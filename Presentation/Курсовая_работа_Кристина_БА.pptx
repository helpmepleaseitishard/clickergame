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342" r:id="rId5"/>
    <p:sldId id="383" r:id="rId6"/>
    <p:sldId id="373" r:id="rId7"/>
    <p:sldId id="384" r:id="rId8"/>
    <p:sldId id="374" r:id="rId9"/>
    <p:sldId id="386" r:id="rId10"/>
    <p:sldId id="387" r:id="rId11"/>
    <p:sldId id="388" r:id="rId12"/>
    <p:sldId id="389" r:id="rId13"/>
    <p:sldId id="390" r:id="rId14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FBFE"/>
    <a:srgbClr val="000000"/>
    <a:srgbClr val="FFFFFF"/>
    <a:srgbClr val="05202E"/>
    <a:srgbClr val="0515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0A1B5D5-9B99-4C35-A422-299274C8766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ABFCF23-3B69-468F-B69F-88F6DE6A72F2}" styleName="Средний стиль 1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388" autoAdjust="0"/>
  </p:normalViewPr>
  <p:slideViewPr>
    <p:cSldViewPr snapToGrid="0" snapToObjects="1" showGuides="1">
      <p:cViewPr varScale="1">
        <p:scale>
          <a:sx n="82" d="100"/>
          <a:sy n="82" d="100"/>
        </p:scale>
        <p:origin x="720" y="7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>
        <p:scale>
          <a:sx n="80" d="100"/>
          <a:sy n="80" d="100"/>
        </p:scale>
        <p:origin x="3996" y="15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54459878-C319-6BF3-52DC-16FA4340A6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82FA7FC-DFAE-8499-5A3E-AD9648D7FCA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pPr rtl="0"/>
            <a:fld id="{170D80F0-0B6E-42C5-98A4-3D8F934A6F73}" type="datetime1">
              <a:rPr lang="ru-RU" smtClean="0"/>
              <a:t>08.06.2026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C9C12BB-9544-9F9A-BEDA-E716864385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D1E77E4-B9A2-A882-9240-3AE65EE217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9E9D61A1-75D9-49F7-83EB-F5872642613A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77327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fld id="{C95BFD6A-701E-4904-8222-6076900F364F}" type="datetime1">
              <a:rPr lang="ru-RU" smtClean="0"/>
              <a:pPr/>
              <a:t>08.06.2026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ru-RU"/>
            </a:defPPr>
          </a:lstStyle>
          <a:p>
            <a:pPr lvl="0" rtl="0"/>
            <a:r>
              <a:rPr lang="ru-RU"/>
              <a:t>Щелкните, чтобы изменить стили текста образца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DEF75CB5-5666-5049-9AE0-38EFD385C21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75562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EF75CB5-5666-5049-9AE0-38EFD385C21E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759997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EF75CB5-5666-5049-9AE0-38EFD385C21E}" type="slidenum">
              <a:rPr lang="ru-RU" smtClean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601641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EF75CB5-5666-5049-9AE0-38EFD385C21E}" type="slidenum">
              <a:rPr lang="ru-RU" smtClean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350729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подзаголовок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04799"/>
            <a:ext cx="12191998" cy="3215641"/>
          </a:xfrm>
        </p:spPr>
        <p:txBody>
          <a:bodyPr lIns="0" rIns="0" bIns="0" rtlCol="0" anchor="b" anchorCtr="0">
            <a:noAutofit/>
          </a:bodyPr>
          <a:lstStyle>
            <a:lvl1pPr algn="ctr">
              <a:defRPr lang="ru-RU"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2" name="Подзаголовок 2">
            <a:extLst>
              <a:ext uri="{FF2B5EF4-FFF2-40B4-BE49-F238E27FC236}">
                <a16:creationId xmlns:a16="http://schemas.microsoft.com/office/drawing/2014/main" id="{58B9CAE2-F3DD-D6D3-96C8-D947A41177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" y="3670628"/>
            <a:ext cx="12191997" cy="2577772"/>
          </a:xfrm>
        </p:spPr>
        <p:txBody>
          <a:bodyPr rtlCol="0">
            <a:noAutofit/>
          </a:bodyPr>
          <a:lstStyle>
            <a:lvl1pPr marL="0" indent="0" algn="ctr">
              <a:buNone/>
              <a:defRPr lang="ru-RU" sz="3200" b="0" i="0" cap="all" spc="600" baseline="0">
                <a:solidFill>
                  <a:schemeClr val="accent3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lang="ru-RU" sz="2000"/>
            </a:lvl2pPr>
            <a:lvl3pPr marL="914400" indent="0" algn="ctr">
              <a:buNone/>
              <a:defRPr lang="ru-RU" sz="1800"/>
            </a:lvl3pPr>
            <a:lvl4pPr marL="1371600" indent="0" algn="ctr">
              <a:buNone/>
              <a:defRPr lang="ru-RU" sz="1600"/>
            </a:lvl4pPr>
            <a:lvl5pPr marL="1828800" indent="0" algn="ctr">
              <a:buNone/>
              <a:defRPr lang="ru-RU" sz="1600"/>
            </a:lvl5pPr>
            <a:lvl6pPr marL="2286000" indent="0" algn="ctr">
              <a:buNone/>
              <a:defRPr lang="ru-RU" sz="1600"/>
            </a:lvl6pPr>
            <a:lvl7pPr marL="2743200" indent="0" algn="ctr">
              <a:buNone/>
              <a:defRPr lang="ru-RU" sz="1600"/>
            </a:lvl7pPr>
            <a:lvl8pPr marL="3200400" indent="0" algn="ctr">
              <a:buNone/>
              <a:defRPr lang="ru-RU" sz="1600"/>
            </a:lvl8pPr>
            <a:lvl9pPr marL="3657600" indent="0" algn="ctr">
              <a:buNone/>
              <a:defRPr lang="ru-RU" sz="1600"/>
            </a:lvl9pPr>
          </a:lstStyle>
          <a:p>
            <a:pPr rtl="0"/>
            <a:r>
              <a:rPr lang="ru-RU"/>
              <a:t>Подзаголовок слайда</a:t>
            </a:r>
          </a:p>
        </p:txBody>
      </p:sp>
    </p:spTree>
    <p:extLst>
      <p:ext uri="{BB962C8B-B14F-4D97-AF65-F5344CB8AC3E}">
        <p14:creationId xmlns:p14="http://schemas.microsoft.com/office/powerpoint/2010/main" val="41193215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олько заголовок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" y="1821180"/>
            <a:ext cx="12191994" cy="3215641"/>
          </a:xfrm>
        </p:spPr>
        <p:txBody>
          <a:bodyPr lIns="0" rIns="0" bIns="0" rtlCol="0" anchor="ctr" anchorCtr="0">
            <a:noAutofit/>
          </a:bodyPr>
          <a:lstStyle>
            <a:lvl1pPr algn="ctr">
              <a:defRPr lang="ru-RU"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</p:spTree>
    <p:extLst>
      <p:ext uri="{BB962C8B-B14F-4D97-AF65-F5344CB8AC3E}">
        <p14:creationId xmlns:p14="http://schemas.microsoft.com/office/powerpoint/2010/main" val="1635045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содержимое 3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9A084D09-1B2D-4EE2-82A7-83196133B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6350"/>
            <a:ext cx="12185769" cy="6864350"/>
            <a:chOff x="0" y="-6350"/>
            <a:chExt cx="12185769" cy="6864350"/>
          </a:xfrm>
        </p:grpSpPr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53860AA6-1B14-DF89-B725-CC444E5020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-6350"/>
              <a:ext cx="6160393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/>
            </a:p>
          </p:txBody>
        </p:sp>
        <p:pic>
          <p:nvPicPr>
            <p:cNvPr id="6" name="Объект 14">
              <a:extLst>
                <a:ext uri="{FF2B5EF4-FFF2-40B4-BE49-F238E27FC236}">
                  <a16:creationId xmlns:a16="http://schemas.microsoft.com/office/drawing/2014/main" id="{D172E570-D67F-4980-88C2-CF6560C1C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5750267" y="410125"/>
              <a:ext cx="6845628" cy="6025377"/>
            </a:xfrm>
            <a:prstGeom prst="rect">
              <a:avLst/>
            </a:prstGeom>
          </p:spPr>
        </p:pic>
        <p:grpSp>
          <p:nvGrpSpPr>
            <p:cNvPr id="7" name="Группа 6">
              <a:extLst>
                <a:ext uri="{FF2B5EF4-FFF2-40B4-BE49-F238E27FC236}">
                  <a16:creationId xmlns:a16="http://schemas.microsoft.com/office/drawing/2014/main" id="{AF90BF68-CF26-6705-CBFD-428BEB787EDB}"/>
                </a:ext>
              </a:extLst>
            </p:cNvPr>
            <p:cNvGrpSpPr/>
            <p:nvPr/>
          </p:nvGrpSpPr>
          <p:grpSpPr>
            <a:xfrm rot="10800000">
              <a:off x="5304704" y="259572"/>
              <a:ext cx="584267" cy="390181"/>
              <a:chOff x="1876516" y="596691"/>
              <a:chExt cx="584267" cy="390181"/>
            </a:xfrm>
          </p:grpSpPr>
          <p:sp>
            <p:nvSpPr>
              <p:cNvPr id="8" name="Овал 7">
                <a:extLst>
                  <a:ext uri="{FF2B5EF4-FFF2-40B4-BE49-F238E27FC236}">
                    <a16:creationId xmlns:a16="http://schemas.microsoft.com/office/drawing/2014/main" id="{1066F635-8DB9-B091-8467-D8F0327217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876516" y="842493"/>
                <a:ext cx="144379" cy="144379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9" name="Графический объект 12">
                <a:extLst>
                  <a:ext uri="{FF2B5EF4-FFF2-40B4-BE49-F238E27FC236}">
                    <a16:creationId xmlns:a16="http://schemas.microsoft.com/office/drawing/2014/main" id="{882D2FD3-A05B-400C-6347-115486FFD94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360199" y="596691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ru-RU"/>
                </a:defPPr>
              </a:lstStyle>
              <a:p>
                <a:pPr rtl="0"/>
                <a:endParaRPr lang="ru-RU" dirty="0"/>
              </a:p>
            </p:txBody>
          </p:sp>
        </p:grp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0459F4-C5B9-4070-46D1-2E7DA3EFB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 rtlCol="0" anchor="b"/>
          <a:lstStyle>
            <a:lvl1pPr>
              <a:defRPr lang="ru-RU" sz="3200" cap="all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34F613B1-323C-4C25-4526-1D3313A71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20500"/>
            <a:ext cx="4471665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Объект 12">
            <a:extLst>
              <a:ext uri="{FF2B5EF4-FFF2-40B4-BE49-F238E27FC236}">
                <a16:creationId xmlns:a16="http://schemas.microsoft.com/office/drawing/2014/main" id="{2D2C2143-1936-BBDA-A6A8-40B6DBD16AE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38201" y="3097848"/>
            <a:ext cx="4466504" cy="3405187"/>
          </a:xfrm>
        </p:spPr>
        <p:txBody>
          <a:bodyPr rtlCol="0"/>
          <a:lstStyle>
            <a:lvl1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lang="ru-RU"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lang="ru-RU"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lang="ru-RU"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lang="ru-RU"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lang="ru-RU" sz="1200">
                <a:solidFill>
                  <a:schemeClr val="bg1"/>
                </a:solidFill>
                <a:latin typeface="+mn-lt"/>
              </a:defRPr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109040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Заголовок и 2 столбца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EB5B81B-FCE8-FE9C-8F0A-6488B25F0F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1869" y="579120"/>
            <a:ext cx="11548261" cy="2733306"/>
          </a:xfrm>
        </p:spPr>
        <p:txBody>
          <a:bodyPr rtlCol="0" anchor="b">
            <a:noAutofit/>
          </a:bodyPr>
          <a:lstStyle>
            <a:lvl1pPr algn="ctr">
              <a:defRPr lang="ru-RU" sz="3200" cap="all" spc="300" baseline="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5F877C2F-8190-18D9-5D24-5BD7B05A29F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1868" y="3484615"/>
            <a:ext cx="11562303" cy="2387865"/>
          </a:xfrm>
        </p:spPr>
        <p:txBody>
          <a:bodyPr rtlCol="0">
            <a:noAutofit/>
          </a:bodyPr>
          <a:lstStyle>
            <a:lvl1pPr marL="0" indent="0" algn="ctr">
              <a:buNone/>
              <a:defRPr lang="ru-RU" sz="60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lang="ru-RU" sz="2000"/>
            </a:lvl2pPr>
            <a:lvl3pPr marL="914400" indent="0" algn="ctr">
              <a:buNone/>
              <a:defRPr lang="ru-RU" sz="1800"/>
            </a:lvl3pPr>
            <a:lvl4pPr marL="1371600" indent="0" algn="ctr">
              <a:buNone/>
              <a:defRPr lang="ru-RU" sz="1600"/>
            </a:lvl4pPr>
            <a:lvl5pPr marL="1828800" indent="0" algn="ctr">
              <a:buNone/>
              <a:defRPr lang="ru-RU" sz="1600"/>
            </a:lvl5pPr>
            <a:lvl6pPr marL="2286000" indent="0" algn="ctr">
              <a:buNone/>
              <a:defRPr lang="ru-RU" sz="1600"/>
            </a:lvl6pPr>
            <a:lvl7pPr marL="2743200" indent="0" algn="ctr">
              <a:buNone/>
              <a:defRPr lang="ru-RU" sz="1600"/>
            </a:lvl7pPr>
            <a:lvl8pPr marL="3200400" indent="0" algn="ctr">
              <a:buNone/>
              <a:defRPr lang="ru-RU" sz="1600"/>
            </a:lvl8pPr>
            <a:lvl9pPr marL="3657600" indent="0" algn="ctr">
              <a:buNone/>
              <a:defRPr lang="ru-RU" sz="1600"/>
            </a:lvl9pPr>
          </a:lstStyle>
          <a:p>
            <a:pPr rtl="0"/>
            <a:r>
              <a:rPr lang="ru-RU"/>
              <a:t>Подзаголовок слайда</a:t>
            </a:r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 rtlCol="0">
            <a:noAutofit/>
          </a:bodyPr>
          <a:lstStyle>
            <a:lvl1pPr algn="l">
              <a:defRPr lang="ru-RU" sz="1200" spc="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Заголовок презентации</a:t>
            </a:r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>
            <a:noAutofit/>
          </a:bodyPr>
          <a:lstStyle>
            <a:lvl1pPr>
              <a:defRPr lang="ru-RU" sz="1200">
                <a:solidFill>
                  <a:schemeClr val="bg1"/>
                </a:solidFill>
              </a:defRPr>
            </a:lvl1pPr>
          </a:lstStyle>
          <a:p>
            <a:pPr rtl="0"/>
            <a:fld id="{FE024F78-56A6-7740-B68D-8D4D026EDF3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686590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bg>
      <p:bgPr>
        <a:gradFill>
          <a:gsLst>
            <a:gs pos="100000">
              <a:schemeClr val="tx2"/>
            </a:gs>
            <a:gs pos="79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3664209F-41AB-70E5-1B9E-7490900C59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1"/>
            <a:ext cx="12191997" cy="6857998"/>
          </a:xfrm>
          <a:prstGeom prst="rect">
            <a:avLst/>
          </a:prstGeom>
          <a:gradFill flip="none" rotWithShape="1">
            <a:gsLst>
              <a:gs pos="0">
                <a:srgbClr val="1A012C"/>
              </a:gs>
              <a:gs pos="45000">
                <a:srgbClr val="1A012C">
                  <a:alpha val="50000"/>
                </a:srgbClr>
              </a:gs>
              <a:gs pos="100000">
                <a:schemeClr val="accent6">
                  <a:lumMod val="50000"/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32D3409-585B-54E2-1DCC-AC58804E4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6350"/>
            <a:ext cx="6096000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9891" y="511762"/>
            <a:ext cx="4960830" cy="2785158"/>
          </a:xfrm>
        </p:spPr>
        <p:txBody>
          <a:bodyPr rtlCol="0" anchor="b">
            <a:noAutofit/>
          </a:bodyPr>
          <a:lstStyle>
            <a:lvl1pPr algn="l">
              <a:defRPr lang="ru-RU" sz="2400" cap="all" spc="300" baseline="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E47B8A5C-E279-DB0B-E9D3-92741787612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02640" y="3484615"/>
            <a:ext cx="4958081" cy="2387865"/>
          </a:xfrm>
        </p:spPr>
        <p:txBody>
          <a:bodyPr rtlCol="0">
            <a:noAutofit/>
          </a:bodyPr>
          <a:lstStyle>
            <a:lvl1pPr marL="0" indent="0" algn="l">
              <a:buNone/>
              <a:defRPr lang="ru-RU" sz="32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lang="ru-RU" sz="2000"/>
            </a:lvl2pPr>
            <a:lvl3pPr marL="914400" indent="0" algn="ctr">
              <a:buNone/>
              <a:defRPr lang="ru-RU" sz="1800"/>
            </a:lvl3pPr>
            <a:lvl4pPr marL="1371600" indent="0" algn="ctr">
              <a:buNone/>
              <a:defRPr lang="ru-RU" sz="1600"/>
            </a:lvl4pPr>
            <a:lvl5pPr marL="1828800" indent="0" algn="ctr">
              <a:buNone/>
              <a:defRPr lang="ru-RU" sz="1600"/>
            </a:lvl5pPr>
            <a:lvl6pPr marL="2286000" indent="0" algn="ctr">
              <a:buNone/>
              <a:defRPr lang="ru-RU" sz="1600"/>
            </a:lvl6pPr>
            <a:lvl7pPr marL="2743200" indent="0" algn="ctr">
              <a:buNone/>
              <a:defRPr lang="ru-RU" sz="1600"/>
            </a:lvl7pPr>
            <a:lvl8pPr marL="3200400" indent="0" algn="ctr">
              <a:buNone/>
              <a:defRPr lang="ru-RU" sz="1600"/>
            </a:lvl8pPr>
            <a:lvl9pPr marL="3657600" indent="0" algn="ctr">
              <a:buNone/>
              <a:defRPr lang="ru-RU" sz="1600"/>
            </a:lvl9pPr>
          </a:lstStyle>
          <a:p>
            <a:pPr rtl="0"/>
            <a:r>
              <a:rPr lang="ru-RU"/>
              <a:t>Подзаголовок слайда</a:t>
            </a:r>
          </a:p>
        </p:txBody>
      </p:sp>
      <p:sp>
        <p:nvSpPr>
          <p:cNvPr id="10" name="Рисунок 9">
            <a:extLst>
              <a:ext uri="{FF2B5EF4-FFF2-40B4-BE49-F238E27FC236}">
                <a16:creationId xmlns:a16="http://schemas.microsoft.com/office/drawing/2014/main" id="{D386C402-C5C5-2A54-C618-62673AD93CB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97638" y="336550"/>
            <a:ext cx="5322887" cy="6184900"/>
          </a:xfrm>
        </p:spPr>
        <p:txBody>
          <a:bodyPr rtlCol="0"/>
          <a:lstStyle>
            <a:lvl1pPr algn="ctr">
              <a:defRPr lang="ru-RU" sz="2000"/>
            </a:lvl1pPr>
          </a:lstStyle>
          <a:p>
            <a:pPr rtl="0"/>
            <a:r>
              <a:rPr lang="ru-RU"/>
              <a:t>Вставка рисунка</a:t>
            </a:r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 rtlCol="0">
            <a:noAutofit/>
          </a:bodyPr>
          <a:lstStyle>
            <a:lvl1pPr algn="l">
              <a:defRPr lang="ru-RU" sz="1200" spc="0">
                <a:solidFill>
                  <a:schemeClr val="bg1"/>
                </a:solidFill>
              </a:defRPr>
            </a:lvl1pPr>
          </a:lstStyle>
          <a:p>
            <a:pPr rtl="0"/>
            <a:r>
              <a:rPr lang="ru-RU" dirty="0"/>
              <a:t>Заголовок презентации</a:t>
            </a:r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>
            <a:noAutofit/>
          </a:bodyPr>
          <a:lstStyle>
            <a:lvl1pPr>
              <a:defRPr lang="ru-RU" sz="1200">
                <a:solidFill>
                  <a:schemeClr val="bg1"/>
                </a:solidFill>
              </a:defRPr>
            </a:lvl1pPr>
          </a:lstStyle>
          <a:p>
            <a:pPr rtl="0"/>
            <a:fld id="{FE024F78-56A6-7740-B68D-8D4D026EDF3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83218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Заголовок и 2 столбца">
    <p:bg>
      <p:bgPr>
        <a:gradFill>
          <a:gsLst>
            <a:gs pos="100000">
              <a:schemeClr val="tx2"/>
            </a:gs>
            <a:gs pos="79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14">
            <a:extLst>
              <a:ext uri="{FF2B5EF4-FFF2-40B4-BE49-F238E27FC236}">
                <a16:creationId xmlns:a16="http://schemas.microsoft.com/office/drawing/2014/main" id="{318CE367-BBCB-F4AB-635F-4C9995EAE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6350"/>
            <a:ext cx="2356339" cy="6853863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CE3FBBA-81E2-31F1-EF51-02706B5B5C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356339" y="-6350"/>
            <a:ext cx="983180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9AD3746D-3CD1-FFA5-0019-AD0C588B19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305669" y="2002443"/>
            <a:ext cx="7922116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05669" y="113097"/>
            <a:ext cx="7420819" cy="1656304"/>
          </a:xfrm>
        </p:spPr>
        <p:txBody>
          <a:bodyPr lIns="0" rtlCol="0" anchor="b">
            <a:noAutofit/>
          </a:bodyPr>
          <a:lstStyle>
            <a:lvl1pPr algn="l">
              <a:defRPr lang="ru-RU"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3" name="Объект 12">
            <a:extLst>
              <a:ext uri="{FF2B5EF4-FFF2-40B4-BE49-F238E27FC236}">
                <a16:creationId xmlns:a16="http://schemas.microsoft.com/office/drawing/2014/main" id="{B9624CF4-7769-4663-3361-39136F5E20C8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3305669" y="2470150"/>
            <a:ext cx="7420819" cy="3676649"/>
          </a:xfrm>
        </p:spPr>
        <p:txBody>
          <a:bodyPr rtlCol="0"/>
          <a:lstStyle>
            <a:lvl1pPr marL="2857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ru-RU" sz="1800">
                <a:solidFill>
                  <a:schemeClr val="bg1"/>
                </a:solidFill>
                <a:latin typeface="+mn-lt"/>
              </a:defRPr>
            </a:lvl1pPr>
            <a:lvl2pPr marL="8001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ru-RU" sz="1600">
                <a:solidFill>
                  <a:schemeClr val="bg1"/>
                </a:solidFill>
                <a:latin typeface="+mn-lt"/>
              </a:defRPr>
            </a:lvl2pPr>
            <a:lvl3pPr marL="12573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ru-RU" sz="1400">
                <a:solidFill>
                  <a:schemeClr val="bg1"/>
                </a:solidFill>
                <a:latin typeface="+mn-lt"/>
              </a:defRPr>
            </a:lvl3pPr>
            <a:lvl4pPr marL="16573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ru-RU" sz="1200">
                <a:solidFill>
                  <a:schemeClr val="bg1"/>
                </a:solidFill>
                <a:latin typeface="+mn-lt"/>
              </a:defRPr>
            </a:lvl4pPr>
            <a:lvl5pPr marL="21145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ru-RU" sz="1200">
                <a:solidFill>
                  <a:schemeClr val="bg1"/>
                </a:solidFill>
                <a:latin typeface="+mn-lt"/>
              </a:defRPr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 rtlCol="0">
            <a:noAutofit/>
          </a:bodyPr>
          <a:lstStyle>
            <a:lvl1pPr algn="l">
              <a:defRPr lang="ru-RU" sz="1200" spc="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Заголовок презентации</a:t>
            </a:r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>
            <a:noAutofit/>
          </a:bodyPr>
          <a:lstStyle>
            <a:lvl1pPr>
              <a:defRPr lang="ru-RU" sz="1200">
                <a:solidFill>
                  <a:schemeClr val="bg1"/>
                </a:solidFill>
              </a:defRPr>
            </a:lvl1pPr>
          </a:lstStyle>
          <a:p>
            <a:pPr rtl="0"/>
            <a:fld id="{FE024F78-56A6-7740-B68D-8D4D026EDF3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280267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Заголовок и 2 столбца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4361F2FA-20C7-5447-C138-CE2CA186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" y="2"/>
            <a:ext cx="12191997" cy="6857998"/>
            <a:chOff x="3" y="2"/>
            <a:chExt cx="12191997" cy="6857998"/>
          </a:xfrm>
        </p:grpSpPr>
        <p:sp>
          <p:nvSpPr>
            <p:cNvPr id="21" name="Прямоугольник 20">
              <a:extLst>
                <a:ext uri="{FF2B5EF4-FFF2-40B4-BE49-F238E27FC236}">
                  <a16:creationId xmlns:a16="http://schemas.microsoft.com/office/drawing/2014/main" id="{DFEDD626-82E4-71C6-25F1-CDA46B7B3F39}"/>
                </a:ext>
              </a:extLst>
            </p:cNvPr>
            <p:cNvSpPr/>
            <p:nvPr/>
          </p:nvSpPr>
          <p:spPr>
            <a:xfrm>
              <a:off x="3" y="2"/>
              <a:ext cx="12191997" cy="6857998"/>
            </a:xfrm>
            <a:prstGeom prst="rect">
              <a:avLst/>
            </a:prstGeom>
            <a:gradFill flip="none" rotWithShape="1">
              <a:gsLst>
                <a:gs pos="0">
                  <a:srgbClr val="1A012C"/>
                </a:gs>
                <a:gs pos="45000">
                  <a:srgbClr val="1A012C">
                    <a:alpha val="50000"/>
                  </a:srgbClr>
                </a:gs>
                <a:gs pos="100000">
                  <a:schemeClr val="accent6">
                    <a:lumMod val="5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/>
            </a:p>
          </p:txBody>
        </p:sp>
        <p:pic>
          <p:nvPicPr>
            <p:cNvPr id="3" name="Рисунок 2">
              <a:extLst>
                <a:ext uri="{FF2B5EF4-FFF2-40B4-BE49-F238E27FC236}">
                  <a16:creationId xmlns:a16="http://schemas.microsoft.com/office/drawing/2014/main" id="{CDC952AF-CE06-54F7-CB4A-1722F90A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" y="2"/>
              <a:ext cx="12191994" cy="6857996"/>
            </a:xfrm>
            <a:prstGeom prst="rect">
              <a:avLst/>
            </a:prstGeom>
          </p:spPr>
        </p:pic>
        <p:grpSp>
          <p:nvGrpSpPr>
            <p:cNvPr id="11" name="Группа 10">
              <a:extLst>
                <a:ext uri="{FF2B5EF4-FFF2-40B4-BE49-F238E27FC236}">
                  <a16:creationId xmlns:a16="http://schemas.microsoft.com/office/drawing/2014/main" id="{6E6EDFF3-843B-AAE9-DB73-423142606F52}"/>
                </a:ext>
              </a:extLst>
            </p:cNvPr>
            <p:cNvGrpSpPr/>
            <p:nvPr/>
          </p:nvGrpSpPr>
          <p:grpSpPr>
            <a:xfrm rot="5400000">
              <a:off x="1645776" y="1222395"/>
              <a:ext cx="431603" cy="412684"/>
              <a:chOff x="1870859" y="869908"/>
              <a:chExt cx="431603" cy="412684"/>
            </a:xfrm>
          </p:grpSpPr>
          <p:sp>
            <p:nvSpPr>
              <p:cNvPr id="12" name="Графический объект 15">
                <a:extLst>
                  <a:ext uri="{FF2B5EF4-FFF2-40B4-BE49-F238E27FC236}">
                    <a16:creationId xmlns:a16="http://schemas.microsoft.com/office/drawing/2014/main" id="{312F4F85-6C79-201D-E20D-64CD4728E4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ru-RU"/>
                </a:defPPr>
              </a:lstStyle>
              <a:p>
                <a:pPr rtl="0"/>
                <a:endParaRPr lang="ru-RU" dirty="0"/>
              </a:p>
            </p:txBody>
          </p:sp>
          <p:sp>
            <p:nvSpPr>
              <p:cNvPr id="13" name="Графический объект 12">
                <a:extLst>
                  <a:ext uri="{FF2B5EF4-FFF2-40B4-BE49-F238E27FC236}">
                    <a16:creationId xmlns:a16="http://schemas.microsoft.com/office/drawing/2014/main" id="{01D71DAD-ECC6-A850-88E4-A4EDCF494A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ru-RU"/>
                </a:defPPr>
              </a:lstStyle>
              <a:p>
                <a:pPr rtl="0"/>
                <a:endParaRPr lang="ru-RU" dirty="0"/>
              </a:p>
            </p:txBody>
          </p:sp>
        </p:grpSp>
        <p:grpSp>
          <p:nvGrpSpPr>
            <p:cNvPr id="14" name="Группа 13">
              <a:extLst>
                <a:ext uri="{FF2B5EF4-FFF2-40B4-BE49-F238E27FC236}">
                  <a16:creationId xmlns:a16="http://schemas.microsoft.com/office/drawing/2014/main" id="{C632CC6D-6024-2368-8EBA-4B7A2D6428BC}"/>
                </a:ext>
              </a:extLst>
            </p:cNvPr>
            <p:cNvGrpSpPr/>
            <p:nvPr/>
          </p:nvGrpSpPr>
          <p:grpSpPr>
            <a:xfrm rot="20626702">
              <a:off x="10248169" y="5448942"/>
              <a:ext cx="431603" cy="412684"/>
              <a:chOff x="1870859" y="869908"/>
              <a:chExt cx="431603" cy="412684"/>
            </a:xfrm>
          </p:grpSpPr>
          <p:sp>
            <p:nvSpPr>
              <p:cNvPr id="6" name="Графический объект 15">
                <a:extLst>
                  <a:ext uri="{FF2B5EF4-FFF2-40B4-BE49-F238E27FC236}">
                    <a16:creationId xmlns:a16="http://schemas.microsoft.com/office/drawing/2014/main" id="{B05BE7BE-7D54-A09B-8A67-6B28CF6BB6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ru-RU"/>
                </a:defPPr>
              </a:lstStyle>
              <a:p>
                <a:pPr rtl="0"/>
                <a:endParaRPr lang="ru-RU" dirty="0"/>
              </a:p>
            </p:txBody>
          </p:sp>
          <p:sp>
            <p:nvSpPr>
              <p:cNvPr id="7" name="Графический объект 12">
                <a:extLst>
                  <a:ext uri="{FF2B5EF4-FFF2-40B4-BE49-F238E27FC236}">
                    <a16:creationId xmlns:a16="http://schemas.microsoft.com/office/drawing/2014/main" id="{258346A9-F75C-6704-EEED-CF7A8A0F80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ru-RU"/>
                </a:defPPr>
              </a:lstStyle>
              <a:p>
                <a:pPr rtl="0"/>
                <a:endParaRPr lang="ru-RU" dirty="0"/>
              </a:p>
            </p:txBody>
          </p:sp>
        </p:grp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2CC39D-03B1-4933-F236-462B5862E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448" y="264160"/>
            <a:ext cx="6327105" cy="3373973"/>
          </a:xfrm>
        </p:spPr>
        <p:txBody>
          <a:bodyPr rtlCol="0" anchor="b"/>
          <a:lstStyle>
            <a:lvl1pPr algn="ctr">
              <a:defRPr lang="ru-RU" sz="3200" cap="all" spc="6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F711CA51-49DC-62CA-F147-F286B1C9DBD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32448" y="3962135"/>
            <a:ext cx="6327105" cy="2653771"/>
          </a:xfrm>
        </p:spPr>
        <p:txBody>
          <a:bodyPr rtlCol="0">
            <a:noAutofit/>
          </a:bodyPr>
          <a:lstStyle>
            <a:lvl1pPr marL="0" indent="0" algn="ctr">
              <a:buNone/>
              <a:defRPr lang="ru-RU" sz="1800" b="0" i="0" cap="all" spc="300" baseline="0">
                <a:solidFill>
                  <a:schemeClr val="bg1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lang="ru-RU" sz="2000"/>
            </a:lvl2pPr>
            <a:lvl3pPr marL="914400" indent="0" algn="ctr">
              <a:buNone/>
              <a:defRPr lang="ru-RU" sz="1800"/>
            </a:lvl3pPr>
            <a:lvl4pPr marL="1371600" indent="0" algn="ctr">
              <a:buNone/>
              <a:defRPr lang="ru-RU" sz="1600"/>
            </a:lvl4pPr>
            <a:lvl5pPr marL="1828800" indent="0" algn="ctr">
              <a:buNone/>
              <a:defRPr lang="ru-RU" sz="1600"/>
            </a:lvl5pPr>
            <a:lvl6pPr marL="2286000" indent="0" algn="ctr">
              <a:buNone/>
              <a:defRPr lang="ru-RU" sz="1600"/>
            </a:lvl6pPr>
            <a:lvl7pPr marL="2743200" indent="0" algn="ctr">
              <a:buNone/>
              <a:defRPr lang="ru-RU" sz="1600"/>
            </a:lvl7pPr>
            <a:lvl8pPr marL="3200400" indent="0" algn="ctr">
              <a:buNone/>
              <a:defRPr lang="ru-RU" sz="1600"/>
            </a:lvl8pPr>
            <a:lvl9pPr marL="3657600" indent="0" algn="ctr">
              <a:buNone/>
              <a:defRPr lang="ru-RU" sz="1600"/>
            </a:lvl9pPr>
          </a:lstStyle>
          <a:p>
            <a:pPr rtl="0"/>
            <a:r>
              <a:rPr lang="ru-RU"/>
              <a:t>Подзаголовок слайда</a:t>
            </a:r>
          </a:p>
        </p:txBody>
      </p:sp>
    </p:spTree>
    <p:extLst>
      <p:ext uri="{BB962C8B-B14F-4D97-AF65-F5344CB8AC3E}">
        <p14:creationId xmlns:p14="http://schemas.microsoft.com/office/powerpoint/2010/main" val="1118341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Заголовок и 2 столбца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9C7D5518-914C-92E3-E9EC-26752C9F0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" y="-6350"/>
            <a:ext cx="12192000" cy="6864350"/>
            <a:chOff x="-1" y="-6350"/>
            <a:chExt cx="12192000" cy="6864350"/>
          </a:xfrm>
        </p:grpSpPr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C82D0B82-F74C-65EF-3BF6-8EEA16F36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28750" y="-6350"/>
              <a:ext cx="10763249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/>
            </a:p>
          </p:txBody>
        </p:sp>
        <p:pic>
          <p:nvPicPr>
            <p:cNvPr id="6" name="Рисунок 5" descr="Сине-лиловая спираль&#10;&#10;Автоматически созданное описание">
              <a:extLst>
                <a:ext uri="{FF2B5EF4-FFF2-40B4-BE49-F238E27FC236}">
                  <a16:creationId xmlns:a16="http://schemas.microsoft.com/office/drawing/2014/main" id="{44E12326-9CF4-38EC-1BAF-1F994F2208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93"/>
            <a:stretch/>
          </p:blipFill>
          <p:spPr>
            <a:xfrm flipH="1">
              <a:off x="-1" y="0"/>
              <a:ext cx="1428751" cy="6858000"/>
            </a:xfrm>
            <a:prstGeom prst="rect">
              <a:avLst/>
            </a:prstGeom>
          </p:spPr>
        </p:pic>
        <p:grpSp>
          <p:nvGrpSpPr>
            <p:cNvPr id="7" name="Группа 6">
              <a:extLst>
                <a:ext uri="{FF2B5EF4-FFF2-40B4-BE49-F238E27FC236}">
                  <a16:creationId xmlns:a16="http://schemas.microsoft.com/office/drawing/2014/main" id="{AD5C1D9C-B114-FC6A-9213-7287D39EAD9F}"/>
                </a:ext>
              </a:extLst>
            </p:cNvPr>
            <p:cNvGrpSpPr/>
            <p:nvPr/>
          </p:nvGrpSpPr>
          <p:grpSpPr>
            <a:xfrm>
              <a:off x="10649689" y="4382998"/>
              <a:ext cx="754139" cy="1865729"/>
              <a:chOff x="653351" y="2693558"/>
              <a:chExt cx="754139" cy="1865729"/>
            </a:xfrm>
          </p:grpSpPr>
          <p:sp>
            <p:nvSpPr>
              <p:cNvPr id="11" name="Графический объект 15">
                <a:extLst>
                  <a:ext uri="{FF2B5EF4-FFF2-40B4-BE49-F238E27FC236}">
                    <a16:creationId xmlns:a16="http://schemas.microsoft.com/office/drawing/2014/main" id="{2BC89B10-C93E-8CE5-73B3-F6049168C3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098137" y="2693558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ru-RU"/>
                </a:defPPr>
              </a:lstStyle>
              <a:p>
                <a:pPr rtl="0"/>
                <a:endParaRPr lang="ru-RU" dirty="0"/>
              </a:p>
            </p:txBody>
          </p:sp>
          <p:sp>
            <p:nvSpPr>
              <p:cNvPr id="12" name="Графический объект 12">
                <a:extLst>
                  <a:ext uri="{FF2B5EF4-FFF2-40B4-BE49-F238E27FC236}">
                    <a16:creationId xmlns:a16="http://schemas.microsoft.com/office/drawing/2014/main" id="{39DB2AA2-9661-AC91-932D-2F1BEC47BD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306906" y="3837599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ru-RU"/>
                </a:defPPr>
              </a:lstStyle>
              <a:p>
                <a:pPr rtl="0"/>
                <a:endParaRPr lang="ru-RU" dirty="0"/>
              </a:p>
            </p:txBody>
          </p:sp>
          <p:sp>
            <p:nvSpPr>
              <p:cNvPr id="13" name="Графический объект 12">
                <a:extLst>
                  <a:ext uri="{FF2B5EF4-FFF2-40B4-BE49-F238E27FC236}">
                    <a16:creationId xmlns:a16="http://schemas.microsoft.com/office/drawing/2014/main" id="{86C9AC9B-3792-E880-03FE-D46FB046AB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653351" y="4521502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ru-RU"/>
                </a:defPPr>
              </a:lstStyle>
              <a:p>
                <a:pPr rtl="0"/>
                <a:endParaRPr lang="ru-RU" dirty="0"/>
              </a:p>
            </p:txBody>
          </p:sp>
        </p:grpSp>
        <p:grpSp>
          <p:nvGrpSpPr>
            <p:cNvPr id="8" name="Группа 7">
              <a:extLst>
                <a:ext uri="{FF2B5EF4-FFF2-40B4-BE49-F238E27FC236}">
                  <a16:creationId xmlns:a16="http://schemas.microsoft.com/office/drawing/2014/main" id="{1142A133-65D6-D958-C0CD-E8D45B9BD7BB}"/>
                </a:ext>
              </a:extLst>
            </p:cNvPr>
            <p:cNvGrpSpPr/>
            <p:nvPr/>
          </p:nvGrpSpPr>
          <p:grpSpPr>
            <a:xfrm>
              <a:off x="1870859" y="869908"/>
              <a:ext cx="431603" cy="412684"/>
              <a:chOff x="1870859" y="869908"/>
              <a:chExt cx="431603" cy="412684"/>
            </a:xfrm>
          </p:grpSpPr>
          <p:sp>
            <p:nvSpPr>
              <p:cNvPr id="9" name="Графический объект 15">
                <a:extLst>
                  <a:ext uri="{FF2B5EF4-FFF2-40B4-BE49-F238E27FC236}">
                    <a16:creationId xmlns:a16="http://schemas.microsoft.com/office/drawing/2014/main" id="{A746B023-387D-4EAC-052B-60F131E6E7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ru-RU"/>
                </a:defPPr>
              </a:lstStyle>
              <a:p>
                <a:pPr rtl="0"/>
                <a:endParaRPr lang="ru-RU" dirty="0"/>
              </a:p>
            </p:txBody>
          </p:sp>
          <p:sp>
            <p:nvSpPr>
              <p:cNvPr id="10" name="Графический объект 12">
                <a:extLst>
                  <a:ext uri="{FF2B5EF4-FFF2-40B4-BE49-F238E27FC236}">
                    <a16:creationId xmlns:a16="http://schemas.microsoft.com/office/drawing/2014/main" id="{20760125-21CF-A296-3EA7-3C6C0E9BCB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ru-RU"/>
                </a:defPPr>
              </a:lstStyle>
              <a:p>
                <a:pPr rtl="0"/>
                <a:endParaRPr lang="ru-RU" dirty="0"/>
              </a:p>
            </p:txBody>
          </p:sp>
        </p:grpSp>
      </p:grp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7F851D11-41E3-33F2-CBA6-B2A9A5A2A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369139" y="2002443"/>
            <a:ext cx="88735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9620" y="162560"/>
            <a:ext cx="8843050" cy="1616904"/>
          </a:xfrm>
        </p:spPr>
        <p:txBody>
          <a:bodyPr lIns="0" rtlCol="0" anchor="b">
            <a:noAutofit/>
          </a:bodyPr>
          <a:lstStyle>
            <a:lvl1pPr algn="l">
              <a:defRPr lang="ru-RU"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2373002" y="2474811"/>
            <a:ext cx="4015098" cy="3528397"/>
          </a:xfrm>
        </p:spPr>
        <p:txBody>
          <a:bodyPr rtlCol="0"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lang="ru-RU"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lang="ru-RU"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lang="ru-RU"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lang="ru-RU" sz="1800" spc="0">
                <a:solidFill>
                  <a:schemeClr val="bg1"/>
                </a:solidFill>
              </a:defRPr>
            </a:lvl4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</p:txBody>
      </p:sp>
      <p:sp>
        <p:nvSpPr>
          <p:cNvPr id="21" name="Объект 4">
            <a:extLst>
              <a:ext uri="{FF2B5EF4-FFF2-40B4-BE49-F238E27FC236}">
                <a16:creationId xmlns:a16="http://schemas.microsoft.com/office/drawing/2014/main" id="{D77F99A7-26FA-422E-43E9-C76B4A56E44A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995159" y="2474811"/>
            <a:ext cx="4227332" cy="3528397"/>
          </a:xfrm>
        </p:spPr>
        <p:txBody>
          <a:bodyPr rtlCol="0"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lang="ru-RU"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lang="ru-RU"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lang="ru-RU"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lang="ru-RU" sz="1800" spc="0">
                <a:solidFill>
                  <a:schemeClr val="bg1"/>
                </a:solidFill>
              </a:defRPr>
            </a:lvl4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 rtlCol="0">
            <a:noAutofit/>
          </a:bodyPr>
          <a:lstStyle>
            <a:lvl1pPr algn="l">
              <a:defRPr lang="ru-RU" sz="1200" spc="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Заголовок презентации</a:t>
            </a:r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>
            <a:noAutofit/>
          </a:bodyPr>
          <a:lstStyle>
            <a:lvl1pPr>
              <a:defRPr lang="ru-RU" sz="1200">
                <a:solidFill>
                  <a:schemeClr val="bg1"/>
                </a:solidFill>
              </a:defRPr>
            </a:lvl1pPr>
          </a:lstStyle>
          <a:p>
            <a:pPr rtl="0"/>
            <a:fld id="{FE024F78-56A6-7740-B68D-8D4D026EDF3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75828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Заголовок и 2 столбца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3A7247A-846A-F316-B494-69B42CBF3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884B3AF6-983E-0901-0045-6CDF4E93E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3C5B7647-403E-A66E-6CF4-0D3A99AA5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 flipH="1">
            <a:off x="10488530" y="4210019"/>
            <a:ext cx="754139" cy="1865729"/>
            <a:chOff x="653351" y="2693558"/>
            <a:chExt cx="754139" cy="1865729"/>
          </a:xfrm>
        </p:grpSpPr>
        <p:sp>
          <p:nvSpPr>
            <p:cNvPr id="10" name="Графический объект 15">
              <a:extLst>
                <a:ext uri="{FF2B5EF4-FFF2-40B4-BE49-F238E27FC236}">
                  <a16:creationId xmlns:a16="http://schemas.microsoft.com/office/drawing/2014/main" id="{E48E731E-FEF1-9C59-64B0-9CB6E88539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98137" y="2693558"/>
              <a:ext cx="128016" cy="128016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610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1" name="Графический объект 12">
              <a:extLst>
                <a:ext uri="{FF2B5EF4-FFF2-40B4-BE49-F238E27FC236}">
                  <a16:creationId xmlns:a16="http://schemas.microsoft.com/office/drawing/2014/main" id="{AFE83BB3-4D12-8E20-CA93-1834D7F0A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06906" y="3837599"/>
              <a:ext cx="100584" cy="100584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2" name="Графический объект 12">
              <a:extLst>
                <a:ext uri="{FF2B5EF4-FFF2-40B4-BE49-F238E27FC236}">
                  <a16:creationId xmlns:a16="http://schemas.microsoft.com/office/drawing/2014/main" id="{3EB1D810-BC05-6C0E-0DE4-3604EBAADC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3351" y="4521502"/>
              <a:ext cx="45719" cy="37785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680" y="430482"/>
            <a:ext cx="10500989" cy="1327464"/>
          </a:xfrm>
        </p:spPr>
        <p:txBody>
          <a:bodyPr rtlCol="0" anchor="b">
            <a:noAutofit/>
          </a:bodyPr>
          <a:lstStyle>
            <a:lvl1pPr algn="l">
              <a:defRPr lang="ru-RU"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07038" y="2465539"/>
            <a:ext cx="3774587" cy="3723753"/>
          </a:xfrm>
        </p:spPr>
        <p:txBody>
          <a:bodyPr rtlCol="0"/>
          <a:lstStyle>
            <a:lvl1pPr marL="342900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lang="ru-RU" sz="1800" spc="0" baseline="0">
                <a:solidFill>
                  <a:schemeClr val="bg1"/>
                </a:solidFill>
                <a:latin typeface="+mn-lt"/>
              </a:defRPr>
            </a:lvl1pPr>
            <a:lvl2pPr marL="62636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eriod"/>
              <a:defRPr lang="ru-RU" sz="1800" spc="0">
                <a:solidFill>
                  <a:schemeClr val="bg1"/>
                </a:solidFill>
                <a:latin typeface="+mn-lt"/>
              </a:defRPr>
            </a:lvl2pPr>
            <a:lvl3pPr marL="918972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arenR"/>
              <a:defRPr lang="ru-RU" sz="1800" spc="0">
                <a:solidFill>
                  <a:schemeClr val="bg1"/>
                </a:solidFill>
                <a:latin typeface="+mn-lt"/>
              </a:defRPr>
            </a:lvl3pPr>
            <a:lvl4pPr marL="120929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arenR"/>
              <a:defRPr lang="ru-RU"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</p:txBody>
      </p:sp>
      <p:sp>
        <p:nvSpPr>
          <p:cNvPr id="19" name="Объект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4927600" y="2465539"/>
            <a:ext cx="6315069" cy="3723753"/>
          </a:xfrm>
        </p:spPr>
        <p:txBody>
          <a:bodyPr rtlCol="0"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lang="ru-RU"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lang="ru-RU" sz="1800" spc="0">
                <a:solidFill>
                  <a:schemeClr val="bg1"/>
                </a:solidFill>
                <a:latin typeface="+mn-lt"/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lang="ru-RU" sz="1800" spc="0">
                <a:solidFill>
                  <a:schemeClr val="bg1"/>
                </a:solidFill>
                <a:latin typeface="+mn-lt"/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lang="ru-RU"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 rtlCol="0">
            <a:noAutofit/>
          </a:bodyPr>
          <a:lstStyle>
            <a:lvl1pPr algn="l">
              <a:defRPr lang="ru-RU" sz="1200" spc="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Заголовок презентации</a:t>
            </a:r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>
            <a:noAutofit/>
          </a:bodyPr>
          <a:lstStyle>
            <a:lvl1pPr>
              <a:defRPr lang="ru-RU" sz="1200">
                <a:solidFill>
                  <a:schemeClr val="bg1"/>
                </a:solidFill>
              </a:defRPr>
            </a:lvl1pPr>
          </a:lstStyle>
          <a:p>
            <a:pPr rtl="0"/>
            <a:fld id="{FE024F78-56A6-7740-B68D-8D4D026EDF3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66222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Заголовок и 2 столбца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123B0D0-B01D-0BB0-6127-A878BE49D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39728" y="-6350"/>
            <a:ext cx="6154615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9627" y="173736"/>
            <a:ext cx="4352662" cy="2203704"/>
          </a:xfrm>
        </p:spPr>
        <p:txBody>
          <a:bodyPr rtlCol="0" anchor="b">
            <a:noAutofit/>
          </a:bodyPr>
          <a:lstStyle>
            <a:lvl1pPr algn="l">
              <a:defRPr lang="ru-RU"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0" name="Рисунок 9">
            <a:extLst>
              <a:ext uri="{FF2B5EF4-FFF2-40B4-BE49-F238E27FC236}">
                <a16:creationId xmlns:a16="http://schemas.microsoft.com/office/drawing/2014/main" id="{6C363351-4779-B42E-ED7A-C4AF2920BABC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336550" y="336550"/>
            <a:ext cx="5303640" cy="6184900"/>
          </a:xfrm>
        </p:spPr>
        <p:txBody>
          <a:bodyPr rtlCol="0"/>
          <a:lstStyle>
            <a:lvl1pPr algn="ctr">
              <a:defRPr lang="ru-RU" sz="2000"/>
            </a:lvl1pPr>
          </a:lstStyle>
          <a:p>
            <a:pPr rtl="0"/>
            <a:r>
              <a:rPr lang="ru-RU"/>
              <a:t>Вставка рисунка</a:t>
            </a:r>
          </a:p>
        </p:txBody>
      </p:sp>
      <p:sp>
        <p:nvSpPr>
          <p:cNvPr id="19" name="Объект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889627" y="3104277"/>
            <a:ext cx="4371560" cy="3022201"/>
          </a:xfrm>
        </p:spPr>
        <p:txBody>
          <a:bodyPr rtlCol="0"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lang="ru-RU"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ru-RU"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ru-RU"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ru-RU" sz="1800" spc="0"/>
            </a:lvl4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>
            <a:noAutofit/>
          </a:bodyPr>
          <a:lstStyle>
            <a:lvl1pPr>
              <a:defRPr lang="ru-RU" sz="1200">
                <a:solidFill>
                  <a:schemeClr val="bg1"/>
                </a:solidFill>
              </a:defRPr>
            </a:lvl1pPr>
          </a:lstStyle>
          <a:p>
            <a:pPr rtl="0"/>
            <a:fld id="{FE024F78-56A6-7740-B68D-8D4D026EDF3F}" type="slidenum">
              <a:rPr lang="ru-RU" smtClean="0"/>
              <a:pPr/>
              <a:t>‹#›</a:t>
            </a:fld>
            <a:endParaRPr lang="ru-RU" dirty="0"/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F0712911-615E-724B-FC0F-996291526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89627" y="2679480"/>
            <a:ext cx="4352662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3082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Заголовок и 2 столбца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CFFF0E2-6B47-67EB-D6AA-D972E7B7C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6350"/>
            <a:ext cx="464695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94827F6F-999F-23E9-8C09-325D1A76B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80134"/>
            <a:ext cx="3114078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171396"/>
            <a:ext cx="3736630" cy="2202350"/>
          </a:xfrm>
        </p:spPr>
        <p:txBody>
          <a:bodyPr rtlCol="0" anchor="b">
            <a:noAutofit/>
          </a:bodyPr>
          <a:lstStyle>
            <a:lvl1pPr algn="l">
              <a:defRPr lang="ru-RU"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9" name="Объект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41716" y="3078480"/>
            <a:ext cx="3108193" cy="3047997"/>
          </a:xfrm>
        </p:spPr>
        <p:txBody>
          <a:bodyPr rtlCol="0"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lang="ru-RU"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ru-RU"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ru-RU"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ru-RU" sz="1800" spc="0"/>
            </a:lvl4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</p:txBody>
      </p:sp>
      <p:sp>
        <p:nvSpPr>
          <p:cNvPr id="12" name="Заполнитель таблицы 11">
            <a:extLst>
              <a:ext uri="{FF2B5EF4-FFF2-40B4-BE49-F238E27FC236}">
                <a16:creationId xmlns:a16="http://schemas.microsoft.com/office/drawing/2014/main" id="{D360C16C-E69B-FDEF-F033-CA9A2E238288}"/>
              </a:ext>
            </a:extLst>
          </p:cNvPr>
          <p:cNvSpPr>
            <a:spLocks noGrp="1"/>
          </p:cNvSpPr>
          <p:nvPr>
            <p:ph type="tbl" sz="quarter" idx="37"/>
          </p:nvPr>
        </p:nvSpPr>
        <p:spPr>
          <a:xfrm>
            <a:off x="5067300" y="404813"/>
            <a:ext cx="6705600" cy="6048375"/>
          </a:xfrm>
        </p:spPr>
        <p:txBody>
          <a:bodyPr rtlCol="0"/>
          <a:lstStyle>
            <a:lvl1pPr>
              <a:defRPr lang="ru-RU" sz="2400">
                <a:latin typeface="+mn-lt"/>
              </a:defRPr>
            </a:lvl1pPr>
          </a:lstStyle>
          <a:p>
            <a:pPr rtl="0"/>
            <a:r>
              <a:rPr lang="ru-RU"/>
              <a:t>Вставка таблицы</a:t>
            </a:r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 rtlCol="0">
            <a:noAutofit/>
          </a:bodyPr>
          <a:lstStyle>
            <a:lvl1pPr algn="l">
              <a:defRPr lang="ru-RU" sz="1200" spc="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Заголовок презентации</a:t>
            </a:r>
          </a:p>
        </p:txBody>
      </p:sp>
    </p:spTree>
    <p:extLst>
      <p:ext uri="{BB962C8B-B14F-4D97-AF65-F5344CB8AC3E}">
        <p14:creationId xmlns:p14="http://schemas.microsoft.com/office/powerpoint/2010/main" val="39072198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Заголовок и 2 столбца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196A82D-0723-4BA3-0283-9F0D67B0C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6A20A5FD-BDFB-45F2-E644-E93FB81CA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416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3562" y="433906"/>
            <a:ext cx="10515601" cy="1327464"/>
          </a:xfrm>
        </p:spPr>
        <p:txBody>
          <a:bodyPr rtlCol="0" anchor="b">
            <a:noAutofit/>
          </a:bodyPr>
          <a:lstStyle>
            <a:lvl1pPr algn="l">
              <a:defRPr lang="ru-RU"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9" name="Объект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14302" y="2465535"/>
            <a:ext cx="7303538" cy="3427265"/>
          </a:xfrm>
        </p:spPr>
        <p:txBody>
          <a:bodyPr rtlCol="0"/>
          <a:lstStyle>
            <a:lvl1pPr marL="283464" indent="-283464"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lang="ru-RU" sz="1800" spc="0" baseline="0">
                <a:solidFill>
                  <a:schemeClr val="bg1"/>
                </a:solidFill>
                <a:latin typeface="+mn-lt"/>
              </a:defRPr>
            </a:lvl1pPr>
            <a:lvl2pPr marL="566928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lang="ru-RU" sz="1800" spc="0"/>
            </a:lvl2pPr>
            <a:lvl3pPr marL="859536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lang="ru-RU" sz="1800" spc="0"/>
            </a:lvl3pPr>
            <a:lvl4pPr marL="115214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lang="ru-RU" sz="1800" spc="0"/>
            </a:lvl4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</p:txBody>
      </p:sp>
      <p:sp>
        <p:nvSpPr>
          <p:cNvPr id="10" name="Объект 9">
            <a:extLst>
              <a:ext uri="{FF2B5EF4-FFF2-40B4-BE49-F238E27FC236}">
                <a16:creationId xmlns:a16="http://schemas.microsoft.com/office/drawing/2014/main" id="{4E7FC75E-AA73-003E-D4E3-B1819886AF9C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8392160" y="2465388"/>
            <a:ext cx="2856865" cy="3427412"/>
          </a:xfrm>
        </p:spPr>
        <p:txBody>
          <a:bodyPr rtlCol="0"/>
          <a:lstStyle>
            <a:lvl1pPr marL="0" indent="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ru-RU" sz="1800">
                <a:solidFill>
                  <a:schemeClr val="bg1"/>
                </a:solidFill>
                <a:latin typeface="+mn-lt"/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lang="ru-RU" sz="1600">
                <a:solidFill>
                  <a:schemeClr val="bg1"/>
                </a:solidFill>
                <a:latin typeface="+mn-lt"/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lang="ru-RU" sz="1400">
                <a:solidFill>
                  <a:schemeClr val="bg1"/>
                </a:solidFill>
                <a:latin typeface="+mn-lt"/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lang="ru-RU" sz="1200">
                <a:solidFill>
                  <a:schemeClr val="bg1"/>
                </a:solidFill>
                <a:latin typeface="+mn-lt"/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lang="ru-RU" sz="1200">
                <a:solidFill>
                  <a:schemeClr val="bg1"/>
                </a:solidFill>
                <a:latin typeface="+mn-lt"/>
              </a:defRPr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 rtlCol="0">
            <a:noAutofit/>
          </a:bodyPr>
          <a:lstStyle>
            <a:lvl1pPr algn="l">
              <a:defRPr lang="ru-RU" sz="1200" spc="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Заголовок презентации</a:t>
            </a:r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>
            <a:noAutofit/>
          </a:bodyPr>
          <a:lstStyle>
            <a:lvl1pPr>
              <a:defRPr lang="ru-RU" sz="1200">
                <a:solidFill>
                  <a:schemeClr val="bg1"/>
                </a:solidFill>
              </a:defRPr>
            </a:lvl1pPr>
          </a:lstStyle>
          <a:p>
            <a:pPr rtl="0"/>
            <a:fld id="{FE024F78-56A6-7740-B68D-8D4D026EDF3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56119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2 столбца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2D51531-1219-2E4B-DCE7-C6FD9D809F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BEC02E56-87A4-158A-F0B0-DB8E9BE3A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91547"/>
            <a:ext cx="10546763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643842"/>
            <a:ext cx="10515601" cy="1140849"/>
          </a:xfrm>
        </p:spPr>
        <p:txBody>
          <a:bodyPr lIns="0" rtlCol="0" anchor="b">
            <a:noAutofit/>
          </a:bodyPr>
          <a:lstStyle>
            <a:lvl1pPr algn="l">
              <a:defRPr lang="ru-RU"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0" name="Заполнитель таблицы 9">
            <a:extLst>
              <a:ext uri="{FF2B5EF4-FFF2-40B4-BE49-F238E27FC236}">
                <a16:creationId xmlns:a16="http://schemas.microsoft.com/office/drawing/2014/main" id="{471D7DE3-05F5-8052-02FA-6EF9717E15BE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5025" y="2560638"/>
            <a:ext cx="10515600" cy="3478212"/>
          </a:xfrm>
        </p:spPr>
        <p:txBody>
          <a:bodyPr rtlCol="0"/>
          <a:lstStyle>
            <a:lvl1pPr>
              <a:defRPr lang="ru-RU" sz="2400">
                <a:latin typeface="+mn-lt"/>
              </a:defRPr>
            </a:lvl1pPr>
          </a:lstStyle>
          <a:p>
            <a:pPr rtl="0"/>
            <a:r>
              <a:rPr lang="ru-RU"/>
              <a:t>Вставка таблицы</a:t>
            </a:r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6468DE94-FC46-A848-7949-ABFEADADE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 rtlCol="0">
            <a:noAutofit/>
          </a:bodyPr>
          <a:lstStyle>
            <a:lvl1pPr algn="l">
              <a:defRPr lang="ru-RU" sz="1200" spc="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Заголовок презентации</a:t>
            </a:r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>
            <a:noAutofit/>
          </a:bodyPr>
          <a:lstStyle>
            <a:lvl1pPr>
              <a:defRPr lang="ru-RU" sz="1200">
                <a:solidFill>
                  <a:schemeClr val="bg1"/>
                </a:solidFill>
              </a:defRPr>
            </a:lvl1pPr>
          </a:lstStyle>
          <a:p>
            <a:pPr rtl="0"/>
            <a:fld id="{FE024F78-56A6-7740-B68D-8D4D026EDF3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5459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лючение">
    <p:bg>
      <p:bgPr>
        <a:gradFill>
          <a:gsLst>
            <a:gs pos="81987">
              <a:schemeClr val="accent6">
                <a:lumMod val="50000"/>
              </a:schemeClr>
            </a:gs>
            <a:gs pos="35040">
              <a:srgbClr val="020B11"/>
            </a:gs>
            <a:gs pos="11979">
              <a:schemeClr val="accent4">
                <a:lumMod val="50000"/>
              </a:schemeClr>
            </a:gs>
            <a:gs pos="0">
              <a:schemeClr val="accent4"/>
            </a:gs>
            <a:gs pos="99000">
              <a:schemeClr val="tx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289F5C3D-E9E6-75E0-BF7D-799B5CFE5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575462" y="4137"/>
            <a:ext cx="7616537" cy="6853863"/>
            <a:chOff x="4575462" y="4137"/>
            <a:chExt cx="7616537" cy="6853863"/>
          </a:xfrm>
        </p:grpSpPr>
        <p:grpSp>
          <p:nvGrpSpPr>
            <p:cNvPr id="16" name="Группа 15">
              <a:extLst>
                <a:ext uri="{FF2B5EF4-FFF2-40B4-BE49-F238E27FC236}">
                  <a16:creationId xmlns:a16="http://schemas.microsoft.com/office/drawing/2014/main" id="{CDE1D2C2-40C4-6B80-E8C6-B4CE94C23037}"/>
                </a:ext>
              </a:extLst>
            </p:cNvPr>
            <p:cNvGrpSpPr/>
            <p:nvPr/>
          </p:nvGrpSpPr>
          <p:grpSpPr>
            <a:xfrm>
              <a:off x="4575462" y="691665"/>
              <a:ext cx="364018" cy="857035"/>
              <a:chOff x="468157" y="1144246"/>
              <a:chExt cx="364018" cy="857035"/>
            </a:xfrm>
          </p:grpSpPr>
          <p:sp>
            <p:nvSpPr>
              <p:cNvPr id="27" name="Овал 26">
                <a:extLst>
                  <a:ext uri="{FF2B5EF4-FFF2-40B4-BE49-F238E27FC236}">
                    <a16:creationId xmlns:a16="http://schemas.microsoft.com/office/drawing/2014/main" id="{7C904D88-E1BE-F1FA-D405-F55DA966DA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05405" y="1144246"/>
                <a:ext cx="126770" cy="126770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18" name="Графический объект 12">
                <a:extLst>
                  <a:ext uri="{FF2B5EF4-FFF2-40B4-BE49-F238E27FC236}">
                    <a16:creationId xmlns:a16="http://schemas.microsoft.com/office/drawing/2014/main" id="{1D8F0816-C429-D32E-058B-33405874DF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468157" y="1963496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ru-RU"/>
                </a:defPPr>
              </a:lstStyle>
              <a:p>
                <a:pPr rtl="0"/>
                <a:endParaRPr lang="ru-RU" dirty="0"/>
              </a:p>
            </p:txBody>
          </p:sp>
        </p:grpSp>
        <p:pic>
          <p:nvPicPr>
            <p:cNvPr id="4" name="Объект 14">
              <a:extLst>
                <a:ext uri="{FF2B5EF4-FFF2-40B4-BE49-F238E27FC236}">
                  <a16:creationId xmlns:a16="http://schemas.microsoft.com/office/drawing/2014/main" id="{14AC0A97-7D79-3DBE-FB53-A9EBFD806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542796" y="4137"/>
              <a:ext cx="5649203" cy="6853863"/>
            </a:xfrm>
            <a:prstGeom prst="rect">
              <a:avLst/>
            </a:prstGeom>
          </p:spPr>
        </p:pic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E83F98-B388-2594-BACB-E3DB652C9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831" y="173735"/>
            <a:ext cx="4409514" cy="2203704"/>
          </a:xfrm>
        </p:spPr>
        <p:txBody>
          <a:bodyPr rtlCol="0" anchor="b">
            <a:noAutofit/>
          </a:bodyPr>
          <a:lstStyle>
            <a:lvl1pPr>
              <a:defRPr lang="ru-RU" sz="3200" cap="all" baseline="0">
                <a:solidFill>
                  <a:schemeClr val="accent3"/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0D9D0F3E-69D8-49F3-5D7A-71FDC4E3EEE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1850" y="3079119"/>
            <a:ext cx="4413250" cy="2752725"/>
          </a:xfrm>
        </p:spPr>
        <p:txBody>
          <a:bodyPr rtlCol="0"/>
          <a:lstStyle>
            <a:lvl1pPr>
              <a:lnSpc>
                <a:spcPct val="120000"/>
              </a:lnSpc>
              <a:spcBef>
                <a:spcPts val="1000"/>
              </a:spcBef>
              <a:defRPr lang="ru-RU"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lang="ru-RU"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lang="ru-RU"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lang="ru-RU"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lang="ru-RU" sz="1200">
                <a:solidFill>
                  <a:schemeClr val="bg1"/>
                </a:solidFill>
                <a:latin typeface="+mn-lt"/>
              </a:defRPr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61CFC792-44F7-2497-E19D-8FB08AFF9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79192"/>
            <a:ext cx="4101929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82607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99000">
              <a:srgbClr val="05202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3EA418-19D1-0D4D-BE52-40A86E32F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12BAE0C-5187-A64D-A481-E69245670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ru-RU"/>
            </a:defPPr>
          </a:lstStyle>
          <a:p>
            <a:pPr lvl="0" rtl="0"/>
            <a:r>
              <a:rPr lang="ru-RU"/>
              <a:t>Щелкните, чтобы изменить стили текста образца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9759C05-48F5-9346-8256-5B61C6990E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ru-RU"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pPr rtl="0"/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4175D63-7351-9C4A-AEE0-10E27B3B64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ru-RU"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pPr rtl="0"/>
            <a:r>
              <a:rPr lang="ru-RU" dirty="0"/>
              <a:t>Заголовок презентации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350889F-2BBA-5F45-95BC-BEA6688167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ru-RU"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pPr rtl="0"/>
            <a:fld id="{FE024F78-56A6-7740-B68D-8D4D026EDF3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55693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79" r:id="rId2"/>
    <p:sldLayoutId id="2147483669" r:id="rId3"/>
    <p:sldLayoutId id="2147483672" r:id="rId4"/>
    <p:sldLayoutId id="2147483673" r:id="rId5"/>
    <p:sldLayoutId id="2147483674" r:id="rId6"/>
    <p:sldLayoutId id="2147483671" r:id="rId7"/>
    <p:sldLayoutId id="2147483675" r:id="rId8"/>
    <p:sldLayoutId id="2147483676" r:id="rId9"/>
    <p:sldLayoutId id="2147483670" r:id="rId10"/>
    <p:sldLayoutId id="2147483677" r:id="rId11"/>
    <p:sldLayoutId id="2147483678" r:id="rId12"/>
    <p:sldLayoutId id="2147483664" r:id="rId13"/>
    <p:sldLayoutId id="2147483663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ru-RU" sz="4400" kern="1200" spc="300" baseline="0">
          <a:solidFill>
            <a:schemeClr val="bg1"/>
          </a:solidFill>
          <a:latin typeface="+mj-lt"/>
          <a:ea typeface="+mj-ea"/>
          <a:cs typeface="Biome" panose="020B05030302040208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lang="ru-RU" sz="2800" kern="1200">
          <a:solidFill>
            <a:schemeClr val="accent3"/>
          </a:solidFill>
          <a:latin typeface="+mj-lt"/>
          <a:ea typeface="+mn-ea"/>
          <a:cs typeface="Biome" panose="020B0503030204020804" pitchFamily="34" charset="0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lang="ru-RU"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lang="ru-RU"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lang="ru-RU"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lang="ru-RU"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elpmepleaseitishard/ClickerGame/tree/master/server" TargetMode="External"/><Relationship Id="rId2" Type="http://schemas.openxmlformats.org/officeDocument/2006/relationships/hyperlink" Target="https://github.com/Helpmepleaseitishard/ClickerGame/tree/master/app" TargetMode="Externa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997874EA-2F67-60CD-631F-5A787057F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4799"/>
            <a:ext cx="12191998" cy="3215641"/>
          </a:xfrm>
        </p:spPr>
        <p:txBody>
          <a:bodyPr rtlCol="0" anchor="b"/>
          <a:lstStyle>
            <a:defPPr>
              <a:defRPr lang="ru-RU"/>
            </a:defPPr>
          </a:lstStyle>
          <a:p>
            <a:pPr rtl="0"/>
            <a:r>
              <a:rPr lang="ru-RU" sz="7200" dirty="0"/>
              <a:t>Курсовая работа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05297E-9D40-9878-936F-91A78FB33E95}"/>
              </a:ext>
            </a:extLst>
          </p:cNvPr>
          <p:cNvSpPr txBox="1"/>
          <p:nvPr/>
        </p:nvSpPr>
        <p:spPr>
          <a:xfrm>
            <a:off x="1316393" y="3429000"/>
            <a:ext cx="946046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ru-RU" sz="2400" b="1" i="0" dirty="0">
                <a:solidFill>
                  <a:schemeClr val="bg1"/>
                </a:solidFill>
                <a:effectLst/>
                <a:latin typeface="quote-cjk-patch"/>
              </a:rPr>
              <a:t>Разработка клиент-серверной мобильной игры в жанре </a:t>
            </a:r>
            <a:r>
              <a:rPr lang="ru-RU" sz="2400" b="1" i="0" dirty="0" err="1">
                <a:solidFill>
                  <a:schemeClr val="bg1"/>
                </a:solidFill>
                <a:effectLst/>
                <a:latin typeface="quote-cjk-patch"/>
              </a:rPr>
              <a:t>кликер</a:t>
            </a:r>
            <a:r>
              <a:rPr lang="ru-RU" sz="2400" b="1" i="0" dirty="0">
                <a:solidFill>
                  <a:schemeClr val="bg1"/>
                </a:solidFill>
                <a:effectLst/>
                <a:latin typeface="quote-cjk-patch"/>
              </a:rPr>
              <a:t> для операционной системы </a:t>
            </a:r>
            <a:r>
              <a:rPr lang="ru-RU" sz="2400" b="1" i="0" dirty="0" err="1">
                <a:solidFill>
                  <a:schemeClr val="bg1"/>
                </a:solidFill>
                <a:effectLst/>
                <a:latin typeface="quote-cjk-patch"/>
              </a:rPr>
              <a:t>Android</a:t>
            </a:r>
            <a:r>
              <a:rPr lang="ru-RU" sz="2400" b="1" i="0" dirty="0">
                <a:solidFill>
                  <a:schemeClr val="bg1"/>
                </a:solidFill>
                <a:effectLst/>
                <a:latin typeface="quote-cjk-patch"/>
              </a:rPr>
              <a:t> на языке </a:t>
            </a:r>
            <a:r>
              <a:rPr lang="ru-RU" sz="2400" b="1" i="0" dirty="0" err="1">
                <a:solidFill>
                  <a:schemeClr val="bg1"/>
                </a:solidFill>
                <a:effectLst/>
                <a:latin typeface="quote-cjk-patch"/>
              </a:rPr>
              <a:t>Kotlin</a:t>
            </a:r>
            <a:endParaRPr lang="ru-RU" sz="2400" b="1" i="0" dirty="0">
              <a:solidFill>
                <a:schemeClr val="bg1"/>
              </a:solidFill>
              <a:effectLst/>
              <a:latin typeface="quote-cjk-patch"/>
            </a:endParaRPr>
          </a:p>
          <a:p>
            <a:pPr rtl="0"/>
            <a:r>
              <a:rPr lang="ru-RU" sz="2400" dirty="0">
                <a:solidFill>
                  <a:schemeClr val="accent3"/>
                </a:solidFill>
              </a:rPr>
              <a:t>Представила: Кристина Богачева Андреевна, ИКБО-65-23</a:t>
            </a:r>
          </a:p>
          <a:p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80314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C8FE3AC9-DD71-D040-B845-AB60380F8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258" y="-383057"/>
            <a:ext cx="11930742" cy="1446747"/>
          </a:xfrm>
        </p:spPr>
        <p:txBody>
          <a:bodyPr/>
          <a:lstStyle/>
          <a:p>
            <a:r>
              <a:rPr lang="ru-RU" sz="4800" dirty="0"/>
              <a:t>Введение и актуальность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DFAF18-4167-40D1-17F5-A7AF4751A16C}"/>
              </a:ext>
            </a:extLst>
          </p:cNvPr>
          <p:cNvSpPr txBox="1"/>
          <p:nvPr/>
        </p:nvSpPr>
        <p:spPr>
          <a:xfrm>
            <a:off x="261258" y="1129748"/>
            <a:ext cx="1143933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2400" b="0" i="0" dirty="0">
                <a:solidFill>
                  <a:schemeClr val="bg1"/>
                </a:solidFill>
                <a:effectLst/>
                <a:latin typeface="quote-cjk-patch"/>
              </a:rPr>
              <a:t>Мобильные игры-</a:t>
            </a:r>
            <a:r>
              <a:rPr lang="ru-RU" sz="2400" b="0" i="0" dirty="0" err="1">
                <a:solidFill>
                  <a:schemeClr val="bg1"/>
                </a:solidFill>
                <a:effectLst/>
                <a:latin typeface="quote-cjk-patch"/>
              </a:rPr>
              <a:t>кликеры</a:t>
            </a:r>
            <a:r>
              <a:rPr lang="ru-RU" sz="2400" b="0" i="0" dirty="0">
                <a:solidFill>
                  <a:schemeClr val="bg1"/>
                </a:solidFill>
                <a:effectLst/>
                <a:latin typeface="quote-cjk-patch"/>
              </a:rPr>
              <a:t> (</a:t>
            </a:r>
            <a:r>
              <a:rPr lang="ru-RU" sz="2400" b="0" i="0" dirty="0" err="1">
                <a:solidFill>
                  <a:schemeClr val="bg1"/>
                </a:solidFill>
                <a:effectLst/>
                <a:latin typeface="quote-cjk-patch"/>
              </a:rPr>
              <a:t>Cookie</a:t>
            </a:r>
            <a:r>
              <a:rPr lang="ru-RU" sz="2400" b="0" i="0" dirty="0">
                <a:solidFill>
                  <a:schemeClr val="bg1"/>
                </a:solidFill>
                <a:effectLst/>
                <a:latin typeface="quote-cjk-patch"/>
              </a:rPr>
              <a:t> </a:t>
            </a:r>
            <a:r>
              <a:rPr lang="ru-RU" sz="2400" b="0" i="0" dirty="0" err="1">
                <a:solidFill>
                  <a:schemeClr val="bg1"/>
                </a:solidFill>
                <a:effectLst/>
                <a:latin typeface="quote-cjk-patch"/>
              </a:rPr>
              <a:t>Clicker</a:t>
            </a:r>
            <a:r>
              <a:rPr lang="ru-RU" sz="2400" b="0" i="0" dirty="0">
                <a:solidFill>
                  <a:schemeClr val="bg1"/>
                </a:solidFill>
                <a:effectLst/>
                <a:latin typeface="quote-cjk-patch"/>
              </a:rPr>
              <a:t>, </a:t>
            </a:r>
            <a:r>
              <a:rPr lang="ru-RU" sz="2400" b="0" i="0" dirty="0" err="1">
                <a:solidFill>
                  <a:schemeClr val="bg1"/>
                </a:solidFill>
                <a:effectLst/>
                <a:latin typeface="quote-cjk-patch"/>
              </a:rPr>
              <a:t>Tap</a:t>
            </a:r>
            <a:r>
              <a:rPr lang="ru-RU" sz="2400" b="0" i="0" dirty="0">
                <a:solidFill>
                  <a:schemeClr val="bg1"/>
                </a:solidFill>
                <a:effectLst/>
                <a:latin typeface="quote-cjk-patch"/>
              </a:rPr>
              <a:t> </a:t>
            </a:r>
            <a:r>
              <a:rPr lang="ru-RU" sz="2400" b="0" i="0" dirty="0" err="1">
                <a:solidFill>
                  <a:schemeClr val="bg1"/>
                </a:solidFill>
                <a:effectLst/>
                <a:latin typeface="quote-cjk-patch"/>
              </a:rPr>
              <a:t>Titans</a:t>
            </a:r>
            <a:r>
              <a:rPr lang="ru-RU" sz="2400" b="0" i="0" dirty="0">
                <a:solidFill>
                  <a:schemeClr val="bg1"/>
                </a:solidFill>
                <a:effectLst/>
                <a:latin typeface="quote-cjk-patch"/>
              </a:rPr>
              <a:t>, </a:t>
            </a:r>
            <a:r>
              <a:rPr lang="ru-RU" sz="2400" b="0" i="0" dirty="0" err="1">
                <a:solidFill>
                  <a:schemeClr val="bg1"/>
                </a:solidFill>
                <a:effectLst/>
                <a:latin typeface="quote-cjk-patch"/>
              </a:rPr>
              <a:t>Adventure</a:t>
            </a:r>
            <a:r>
              <a:rPr lang="ru-RU" sz="2400" b="0" i="0" dirty="0">
                <a:solidFill>
                  <a:schemeClr val="bg1"/>
                </a:solidFill>
                <a:effectLst/>
                <a:latin typeface="quote-cjk-patch"/>
              </a:rPr>
              <a:t> </a:t>
            </a:r>
            <a:r>
              <a:rPr lang="ru-RU" sz="2400" b="0" i="0" dirty="0" err="1">
                <a:solidFill>
                  <a:schemeClr val="bg1"/>
                </a:solidFill>
                <a:effectLst/>
                <a:latin typeface="quote-cjk-patch"/>
              </a:rPr>
              <a:t>Capitalist</a:t>
            </a:r>
            <a:r>
              <a:rPr lang="ru-RU" sz="2400" b="0" i="0" dirty="0">
                <a:solidFill>
                  <a:schemeClr val="bg1"/>
                </a:solidFill>
                <a:effectLst/>
                <a:latin typeface="quote-cjk-patch"/>
              </a:rPr>
              <a:t>) популярны благодаря простоте и быстрому дофамину.</a:t>
            </a:r>
          </a:p>
          <a:p>
            <a:pPr algn="l"/>
            <a:r>
              <a:rPr lang="ru-RU" sz="2400" b="0" i="0" dirty="0">
                <a:solidFill>
                  <a:schemeClr val="bg1"/>
                </a:solidFill>
                <a:effectLst/>
                <a:latin typeface="quote-cjk-patch"/>
              </a:rPr>
              <a:t>Однако в большинстве </a:t>
            </a:r>
            <a:r>
              <a:rPr lang="ru-RU" sz="2400" b="0" i="0" dirty="0" err="1">
                <a:solidFill>
                  <a:schemeClr val="bg1"/>
                </a:solidFill>
                <a:effectLst/>
                <a:latin typeface="quote-cjk-patch"/>
              </a:rPr>
              <a:t>кликеров</a:t>
            </a:r>
            <a:r>
              <a:rPr lang="ru-RU" sz="2400" b="0" i="0" dirty="0">
                <a:solidFill>
                  <a:schemeClr val="bg1"/>
                </a:solidFill>
                <a:effectLst/>
                <a:latin typeface="quote-cjk-patch"/>
              </a:rPr>
              <a:t> отсутствует </a:t>
            </a:r>
            <a:r>
              <a:rPr lang="ru-RU" sz="2400" b="1" i="0" dirty="0">
                <a:solidFill>
                  <a:schemeClr val="bg1"/>
                </a:solidFill>
                <a:effectLst/>
                <a:latin typeface="quote-cjk-patch"/>
              </a:rPr>
              <a:t>социальный элемент</a:t>
            </a:r>
            <a:r>
              <a:rPr lang="ru-RU" sz="2400" b="0" i="0" dirty="0">
                <a:solidFill>
                  <a:schemeClr val="bg1"/>
                </a:solidFill>
                <a:effectLst/>
                <a:latin typeface="quote-cjk-patch"/>
              </a:rPr>
              <a:t> – таблица рекордов, поиск друзей, соревнование.</a:t>
            </a:r>
          </a:p>
          <a:p>
            <a:pPr algn="l"/>
            <a:r>
              <a:rPr lang="ru-RU" sz="2400" b="0" i="0" dirty="0">
                <a:solidFill>
                  <a:schemeClr val="bg1"/>
                </a:solidFill>
                <a:effectLst/>
                <a:latin typeface="quote-cjk-patch"/>
              </a:rPr>
              <a:t>Существующие </a:t>
            </a:r>
            <a:r>
              <a:rPr lang="ru-RU" sz="2400" b="0" i="0" dirty="0" err="1">
                <a:solidFill>
                  <a:schemeClr val="bg1"/>
                </a:solidFill>
                <a:effectLst/>
                <a:latin typeface="quote-cjk-patch"/>
              </a:rPr>
              <a:t>кликеры</a:t>
            </a:r>
            <a:r>
              <a:rPr lang="ru-RU" sz="2400" b="0" i="0" dirty="0">
                <a:solidFill>
                  <a:schemeClr val="bg1"/>
                </a:solidFill>
                <a:effectLst/>
                <a:latin typeface="quote-cjk-patch"/>
              </a:rPr>
              <a:t> либо не имеют онлайн-рейтинга, либо требуют постоянного интернета без сохранения прогресса.</a:t>
            </a:r>
          </a:p>
          <a:p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E60853-DEA9-016D-80F5-6C7421D1754E}"/>
              </a:ext>
            </a:extLst>
          </p:cNvPr>
          <p:cNvSpPr txBox="1"/>
          <p:nvPr/>
        </p:nvSpPr>
        <p:spPr>
          <a:xfrm>
            <a:off x="5626359" y="3406789"/>
            <a:ext cx="688288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400" b="1" i="0" dirty="0">
                <a:solidFill>
                  <a:schemeClr val="accent3">
                    <a:lumMod val="75000"/>
                  </a:schemeClr>
                </a:solidFill>
                <a:effectLst/>
                <a:latin typeface="quote-cjk-patch"/>
              </a:rPr>
              <a:t>Наше приложение</a:t>
            </a:r>
            <a:r>
              <a:rPr lang="ru-RU" sz="2400" b="0" i="0" dirty="0">
                <a:solidFill>
                  <a:schemeClr val="accent3">
                    <a:lumMod val="75000"/>
                  </a:schemeClr>
                </a:solidFill>
                <a:effectLst/>
                <a:latin typeface="quote-cjk-patch"/>
              </a:rPr>
              <a:t> </a:t>
            </a:r>
            <a:r>
              <a:rPr lang="ru-RU" sz="2400" b="0" i="0" dirty="0">
                <a:solidFill>
                  <a:schemeClr val="bg1"/>
                </a:solidFill>
                <a:effectLst/>
                <a:latin typeface="quote-cjk-patch"/>
              </a:rPr>
              <a:t>сочетает: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chemeClr val="bg1"/>
                </a:solidFill>
                <a:effectLst/>
                <a:latin typeface="quote-cjk-patch"/>
              </a:rPr>
              <a:t>классический </a:t>
            </a:r>
            <a:r>
              <a:rPr lang="ru-RU" sz="2400" b="0" i="0" dirty="0" err="1">
                <a:solidFill>
                  <a:schemeClr val="bg1"/>
                </a:solidFill>
                <a:effectLst/>
                <a:latin typeface="quote-cjk-patch"/>
              </a:rPr>
              <a:t>кликер</a:t>
            </a:r>
            <a:r>
              <a:rPr lang="ru-RU" sz="2400" b="0" i="0" dirty="0">
                <a:solidFill>
                  <a:schemeClr val="bg1"/>
                </a:solidFill>
                <a:effectLst/>
                <a:latin typeface="quote-cjk-patch"/>
              </a:rPr>
              <a:t> (нажатие на картинку → увеличение счёта);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chemeClr val="bg1"/>
                </a:solidFill>
                <a:effectLst/>
                <a:latin typeface="quote-cjk-patch"/>
              </a:rPr>
              <a:t>регистрацию и аутентификацию пользователей;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chemeClr val="bg1"/>
                </a:solidFill>
                <a:effectLst/>
                <a:latin typeface="quote-cjk-patch"/>
              </a:rPr>
              <a:t>глобальную таблицу рекордов (топ-20 игроков);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chemeClr val="bg1"/>
                </a:solidFill>
                <a:effectLst/>
                <a:latin typeface="quote-cjk-patch"/>
              </a:rPr>
              <a:t>поиск по никам с сохранением последних 5 запросов;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chemeClr val="bg1"/>
                </a:solidFill>
                <a:effectLst/>
                <a:latin typeface="quote-cjk-patch"/>
              </a:rPr>
              <a:t>сохранение счёта на сервере (прогресс не теряется при смене устройства).</a:t>
            </a:r>
          </a:p>
          <a:p>
            <a:br>
              <a:rPr lang="ru-RU" dirty="0"/>
            </a:br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0D9A05F-4D93-B08E-6BCC-48278BCDDC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564" y="3406789"/>
            <a:ext cx="5271796" cy="3339243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sp>
        <p:nvSpPr>
          <p:cNvPr id="12" name="Номер слайда 2">
            <a:extLst>
              <a:ext uri="{FF2B5EF4-FFF2-40B4-BE49-F238E27FC236}">
                <a16:creationId xmlns:a16="http://schemas.microsoft.com/office/drawing/2014/main" id="{CF7DEA53-AE52-3CCE-64D4-9C685038F1A6}"/>
              </a:ext>
            </a:extLst>
          </p:cNvPr>
          <p:cNvSpPr txBox="1">
            <a:spLocks/>
          </p:cNvSpPr>
          <p:nvPr/>
        </p:nvSpPr>
        <p:spPr>
          <a:xfrm>
            <a:off x="9327583" y="6408760"/>
            <a:ext cx="2743200" cy="365125"/>
          </a:xfrm>
          <a:prstGeom prst="rect">
            <a:avLst/>
          </a:prstGeom>
        </p:spPr>
        <p:txBody>
          <a:bodyPr rtlCol="0"/>
          <a:lstStyle>
            <a:defPPr rtl="0">
              <a:defRPr lang="ru-RU"/>
            </a:defPPr>
            <a:lvl1pPr marL="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E024F78-56A6-7740-B68D-8D4D026EDF3F}" type="slidenum">
              <a:rPr lang="ru-RU" sz="1200" smtClean="0">
                <a:solidFill>
                  <a:schemeClr val="bg1"/>
                </a:solidFill>
              </a:rPr>
              <a:pPr algn="r"/>
              <a:t>2</a:t>
            </a:fld>
            <a:endParaRPr lang="ru-RU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07247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6A971A9-0C5C-DDFC-67F9-2E5A55F12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FE024F78-56A6-7740-B68D-8D4D026EDF3F}" type="slidenum">
              <a:rPr lang="ru-RU" smtClean="0"/>
              <a:pPr rtl="0"/>
              <a:t>3</a:t>
            </a:fld>
            <a:endParaRPr lang="ru-RU" dirty="0"/>
          </a:p>
        </p:txBody>
      </p:sp>
      <p:sp>
        <p:nvSpPr>
          <p:cNvPr id="5" name="Заголовок 2">
            <a:extLst>
              <a:ext uri="{FF2B5EF4-FFF2-40B4-BE49-F238E27FC236}">
                <a16:creationId xmlns:a16="http://schemas.microsoft.com/office/drawing/2014/main" id="{8D39C6D7-771A-1CF0-C1D5-412A5B723AE4}"/>
              </a:ext>
            </a:extLst>
          </p:cNvPr>
          <p:cNvSpPr txBox="1">
            <a:spLocks/>
          </p:cNvSpPr>
          <p:nvPr/>
        </p:nvSpPr>
        <p:spPr>
          <a:xfrm>
            <a:off x="1062892" y="266677"/>
            <a:ext cx="10066213" cy="144674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defPPr>
              <a:defRPr lang="ru-RU"/>
            </a:defPPr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3200" kern="1200" cap="all" spc="300" baseline="0">
                <a:solidFill>
                  <a:schemeClr val="bg1"/>
                </a:solidFill>
                <a:latin typeface="+mj-lt"/>
                <a:ea typeface="+mj-ea"/>
                <a:cs typeface="Biome" panose="020B0503030204020804" pitchFamily="34" charset="0"/>
              </a:defRPr>
            </a:lvl1pPr>
          </a:lstStyle>
          <a:p>
            <a:r>
              <a:rPr lang="ru-RU" sz="4800" dirty="0">
                <a:solidFill>
                  <a:schemeClr val="accent3">
                    <a:lumMod val="75000"/>
                  </a:schemeClr>
                </a:solidFill>
              </a:rPr>
              <a:t>Обзор существующих аналогов</a:t>
            </a:r>
          </a:p>
        </p:txBody>
      </p:sp>
      <p:graphicFrame>
        <p:nvGraphicFramePr>
          <p:cNvPr id="12" name="Таблица 12">
            <a:extLst>
              <a:ext uri="{FF2B5EF4-FFF2-40B4-BE49-F238E27FC236}">
                <a16:creationId xmlns:a16="http://schemas.microsoft.com/office/drawing/2014/main" id="{00843536-BBF5-201C-B343-47460FA1BA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4974802"/>
              </p:ext>
            </p:extLst>
          </p:nvPr>
        </p:nvGraphicFramePr>
        <p:xfrm>
          <a:off x="2031998" y="1830231"/>
          <a:ext cx="8128000" cy="4573100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55972231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35738815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10386832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71945154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783987393"/>
                    </a:ext>
                  </a:extLst>
                </a:gridCol>
              </a:tblGrid>
              <a:tr h="506027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</a:pPr>
                      <a:r>
                        <a:rPr lang="ru-RU" sz="12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Критерий</a:t>
                      </a:r>
                      <a:endParaRPr lang="ru-RU" sz="11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</a:pPr>
                      <a:r>
                        <a:rPr lang="ru-RU" sz="12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Cookie Clicker</a:t>
                      </a:r>
                      <a:endParaRPr lang="ru-RU" sz="1100" b="1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</a:pPr>
                      <a:r>
                        <a:rPr lang="ru-RU" sz="12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Adventure </a:t>
                      </a:r>
                      <a:endParaRPr lang="ru-RU" sz="1100" b="1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50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</a:pPr>
                      <a:r>
                        <a:rPr lang="ru-RU" sz="12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Capitalist</a:t>
                      </a:r>
                      <a:endParaRPr lang="ru-RU" sz="1100" b="1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</a:pPr>
                      <a:r>
                        <a:rPr lang="ru-RU" sz="12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Clicker Heroes</a:t>
                      </a:r>
                      <a:endParaRPr lang="ru-RU" sz="1100" b="1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</a:pPr>
                      <a:r>
                        <a:rPr lang="ru-RU" sz="12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ClickerGame </a:t>
                      </a:r>
                      <a:endParaRPr lang="ru-RU" sz="1100" b="1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50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</a:pPr>
                      <a:r>
                        <a:rPr lang="ru-RU" sz="12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(наш проект)</a:t>
                      </a:r>
                      <a:endParaRPr lang="ru-RU" sz="1100" b="1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3104302"/>
                  </a:ext>
                </a:extLst>
              </a:tr>
              <a:tr h="50602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</a:pPr>
                      <a:r>
                        <a:rPr lang="ru-RU" sz="1200" b="0" i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Платформы</a:t>
                      </a:r>
                      <a:endParaRPr lang="ru-RU" sz="1100" b="0" i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</a:pPr>
                      <a:r>
                        <a:rPr lang="en-US" sz="1200" b="0" i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Web</a:t>
                      </a:r>
                      <a:endParaRPr lang="ru-RU" sz="1100" b="0" i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</a:pPr>
                      <a:r>
                        <a:rPr lang="ru-RU" sz="1200" b="0" i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Android, iOS, </a:t>
                      </a:r>
                      <a:endParaRPr lang="ru-RU" sz="1100" b="0" i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</a:pPr>
                      <a:r>
                        <a:rPr lang="en-US" sz="1200" b="0" i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Web</a:t>
                      </a:r>
                      <a:endParaRPr lang="ru-RU" sz="1100" b="0" i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</a:pPr>
                      <a:r>
                        <a:rPr lang="ru-RU" sz="1200" b="0" i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Windows, iOS, </a:t>
                      </a:r>
                      <a:endParaRPr lang="ru-RU" sz="1100" b="0" i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</a:pPr>
                      <a:r>
                        <a:rPr lang="ru-RU" sz="1200" b="0" i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Android, </a:t>
                      </a:r>
                      <a:r>
                        <a:rPr lang="en-US" sz="1200" b="0" i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Web</a:t>
                      </a:r>
                      <a:endParaRPr lang="ru-RU" sz="1100" b="0" i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</a:pPr>
                      <a:r>
                        <a:rPr lang="ru-RU" sz="1200" b="0" i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Android</a:t>
                      </a:r>
                      <a:endParaRPr lang="ru-RU" sz="1100" b="0" i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6109143"/>
                  </a:ext>
                </a:extLst>
              </a:tr>
              <a:tr h="59786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</a:pPr>
                      <a:r>
                        <a:rPr lang="ru-RU" sz="1200" b="0" i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Серверное сохранение прогресса</a:t>
                      </a:r>
                      <a:endParaRPr lang="ru-RU" sz="1100" b="0" i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</a:pPr>
                      <a:r>
                        <a:rPr lang="ru-RU" sz="1200" b="0" i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Нет </a:t>
                      </a:r>
                      <a:endParaRPr lang="ru-RU" sz="1100" b="0" i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</a:pPr>
                      <a:r>
                        <a:rPr lang="ru-RU" sz="1200" b="0" i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(локальное)</a:t>
                      </a:r>
                      <a:endParaRPr lang="ru-RU" sz="1100" b="0" i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</a:pPr>
                      <a:r>
                        <a:rPr lang="ru-RU" sz="1200" b="0" i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Да (через </a:t>
                      </a:r>
                      <a:endParaRPr lang="ru-RU" sz="1100" b="0" i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</a:pPr>
                      <a:r>
                        <a:rPr lang="ru-RU" sz="1200" b="0" i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аккаунт)</a:t>
                      </a:r>
                      <a:endParaRPr lang="ru-RU" sz="1100" b="0" i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</a:pPr>
                      <a:r>
                        <a:rPr lang="ru-RU" sz="1200" b="0" i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  <a:r>
                        <a:rPr lang="en-US" sz="1200" b="0" i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ru-RU" sz="1200" b="0" i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через</a:t>
                      </a:r>
                      <a:r>
                        <a:rPr lang="en-US" sz="1200" b="0" i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Google</a:t>
                      </a:r>
                      <a:endParaRPr lang="ru-RU" sz="1100" b="0" i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</a:pPr>
                      <a:r>
                        <a:rPr lang="en-US" sz="1200" b="0" i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/Apple ID)</a:t>
                      </a:r>
                      <a:endParaRPr lang="ru-RU" sz="1100" b="0" i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</a:pPr>
                      <a:r>
                        <a:rPr lang="ru-RU" sz="1200" b="0" i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Да (собственный </a:t>
                      </a:r>
                      <a:endParaRPr lang="ru-RU" sz="1100" b="0" i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</a:pPr>
                      <a:r>
                        <a:rPr lang="ru-RU" sz="1200" b="0" i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сервер)</a:t>
                      </a:r>
                      <a:endParaRPr lang="ru-RU" sz="1100" b="0" i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8410458"/>
                  </a:ext>
                </a:extLst>
              </a:tr>
              <a:tr h="50602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</a:pPr>
                      <a:r>
                        <a:rPr lang="ru-RU" sz="1200" b="0" i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Глобальный рейтинг </a:t>
                      </a:r>
                      <a:endParaRPr lang="ru-RU" sz="1100" b="0" i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</a:pPr>
                      <a:r>
                        <a:rPr lang="ru-RU" sz="1200" b="0" i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игроков</a:t>
                      </a:r>
                      <a:endParaRPr lang="ru-RU" sz="1100" b="0" i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</a:pPr>
                      <a:r>
                        <a:rPr lang="ru-RU" sz="1200" b="0" i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  <a:endParaRPr lang="ru-RU" sz="1100" b="0" i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</a:pPr>
                      <a:r>
                        <a:rPr lang="ru-RU" sz="1200" b="0" i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Нет (только </a:t>
                      </a:r>
                      <a:endParaRPr lang="ru-RU" sz="1100" b="0" i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</a:pPr>
                      <a:r>
                        <a:rPr lang="ru-RU" sz="1200" b="0" i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события)</a:t>
                      </a:r>
                      <a:endParaRPr lang="ru-RU" sz="1100" b="0" i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</a:pPr>
                      <a:r>
                        <a:rPr lang="ru-RU" sz="1200" b="0" i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  <a:endParaRPr lang="ru-RU" sz="1100" b="0" i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</a:pPr>
                      <a:r>
                        <a:rPr lang="ru-RU" sz="1200" b="0" i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Да (топ-20)</a:t>
                      </a:r>
                      <a:endParaRPr lang="ru-RU" sz="1100" b="0" i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8836689"/>
                  </a:ext>
                </a:extLst>
              </a:tr>
              <a:tr h="50602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</a:pPr>
                      <a:r>
                        <a:rPr lang="ru-RU" sz="1200" b="0" i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Поиск других игроков</a:t>
                      </a:r>
                      <a:endParaRPr lang="ru-RU" sz="1100" b="0" i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</a:pPr>
                      <a:r>
                        <a:rPr lang="ru-RU" sz="1200" b="0" i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  <a:endParaRPr lang="ru-RU" sz="1100" b="0" i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</a:pPr>
                      <a:r>
                        <a:rPr lang="ru-RU" sz="1200" b="0" i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  <a:endParaRPr lang="ru-RU" sz="1100" b="0" i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</a:pPr>
                      <a:r>
                        <a:rPr lang="ru-RU" sz="1200" b="0" i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  <a:endParaRPr lang="ru-RU" sz="1100" b="0" i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</a:pPr>
                      <a:r>
                        <a:rPr lang="ru-RU" sz="1200" b="0" i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Да (по логину </a:t>
                      </a:r>
                      <a:endParaRPr lang="ru-RU" sz="1100" b="0" i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</a:pPr>
                      <a:r>
                        <a:rPr lang="ru-RU" sz="1200" b="0" i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+ история)</a:t>
                      </a:r>
                      <a:endParaRPr lang="ru-RU" sz="1100" b="0" i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94813059"/>
                  </a:ext>
                </a:extLst>
              </a:tr>
              <a:tr h="50602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</a:pPr>
                      <a:r>
                        <a:rPr lang="ru-RU" sz="1200" b="0" i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Открытое REST API</a:t>
                      </a:r>
                      <a:endParaRPr lang="ru-RU" sz="1100" b="0" i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</a:pPr>
                      <a:r>
                        <a:rPr lang="ru-RU" sz="1200" b="0" i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  <a:endParaRPr lang="ru-RU" sz="1100" b="0" i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</a:pPr>
                      <a:r>
                        <a:rPr lang="ru-RU" sz="1200" b="0" i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  <a:endParaRPr lang="ru-RU" sz="1100" b="0" i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</a:pPr>
                      <a:r>
                        <a:rPr lang="ru-RU" sz="1200" b="0" i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  <a:endParaRPr lang="ru-RU" sz="1100" b="0" i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</a:pPr>
                      <a:r>
                        <a:rPr lang="ru-RU" sz="1200" b="0" i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Да (исходный код </a:t>
                      </a:r>
                      <a:endParaRPr lang="ru-RU" sz="1100" b="0" i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</a:pPr>
                      <a:r>
                        <a:rPr lang="ru-RU" sz="1200" b="0" i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открыт)</a:t>
                      </a:r>
                      <a:endParaRPr lang="ru-RU" sz="1100" b="0" i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8600218"/>
                  </a:ext>
                </a:extLst>
              </a:tr>
              <a:tr h="71266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</a:pPr>
                      <a:r>
                        <a:rPr lang="ru-RU" sz="1200" b="0" i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Мгновенная </a:t>
                      </a:r>
                      <a:endParaRPr lang="ru-RU" sz="1100" b="0" i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</a:pPr>
                      <a:r>
                        <a:rPr lang="ru-RU" sz="1200" b="0" i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синхронизация кликов</a:t>
                      </a:r>
                      <a:endParaRPr lang="ru-RU" sz="1100" b="0" i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</a:pPr>
                      <a:r>
                        <a:rPr lang="ru-RU" sz="1200" b="0" i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Не </a:t>
                      </a:r>
                      <a:endParaRPr lang="ru-RU" sz="1100" b="0" i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</a:pPr>
                      <a:r>
                        <a:rPr lang="ru-RU" sz="1200" b="0" i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применимо</a:t>
                      </a:r>
                      <a:endParaRPr lang="ru-RU" sz="1100" b="0" i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</a:pPr>
                      <a:r>
                        <a:rPr lang="ru-RU" sz="1200" b="0" i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Отложенная</a:t>
                      </a:r>
                      <a:endParaRPr lang="ru-RU" sz="1100" b="0" i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</a:pPr>
                      <a:r>
                        <a:rPr lang="ru-RU" sz="1200" b="0" i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Отложенная</a:t>
                      </a:r>
                      <a:endParaRPr lang="ru-RU" sz="1100" b="0" i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</a:pPr>
                      <a:r>
                        <a:rPr lang="ru-RU" sz="1200" b="0" i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Да (каждый клик отправляется)</a:t>
                      </a:r>
                      <a:endParaRPr lang="ru-RU" sz="1100" b="0" i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8048858"/>
                  </a:ext>
                </a:extLst>
              </a:tr>
              <a:tr h="50602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</a:pPr>
                      <a:r>
                        <a:rPr lang="ru-RU" sz="1200" b="0" i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Технологический стек</a:t>
                      </a:r>
                      <a:endParaRPr lang="ru-RU" sz="1100" b="0" i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</a:pPr>
                      <a:r>
                        <a:rPr lang="ru-RU" sz="1200" b="0" i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JavaScript </a:t>
                      </a:r>
                      <a:endParaRPr lang="ru-RU" sz="1100" b="0" i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</a:pPr>
                      <a:r>
                        <a:rPr lang="ru-RU" sz="1200" b="0" i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(браузер)</a:t>
                      </a:r>
                      <a:endParaRPr lang="ru-RU" sz="1100" b="0" i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</a:pPr>
                      <a:r>
                        <a:rPr lang="ru-RU" sz="1200" b="0" i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C#, Unity</a:t>
                      </a:r>
                      <a:endParaRPr lang="ru-RU" sz="1100" b="0" i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</a:pPr>
                      <a:r>
                        <a:rPr lang="ru-RU" sz="1200" b="0" i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C#, Unity</a:t>
                      </a:r>
                      <a:endParaRPr lang="ru-RU" sz="1100" b="0" i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</a:pPr>
                      <a:r>
                        <a:rPr lang="ru-RU" sz="1200" b="0" i="0" kern="1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Kotlin</a:t>
                      </a:r>
                      <a:r>
                        <a:rPr lang="ru-RU" sz="1200" b="0" i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ru-RU" sz="1200" b="0" i="0" kern="1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Android</a:t>
                      </a:r>
                      <a:r>
                        <a:rPr lang="ru-RU" sz="1200" b="0" i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) </a:t>
                      </a:r>
                      <a:endParaRPr lang="ru-RU" sz="1100" b="0" i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</a:pPr>
                      <a:r>
                        <a:rPr lang="ru-RU" sz="1200" b="0" i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+ </a:t>
                      </a:r>
                      <a:r>
                        <a:rPr lang="ru-RU" sz="1200" b="0" i="0" kern="1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Ktor</a:t>
                      </a:r>
                      <a:r>
                        <a:rPr lang="ru-RU" sz="1200" b="0" i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(JVM)</a:t>
                      </a:r>
                      <a:endParaRPr lang="ru-RU" sz="1100" b="0" i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1223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71937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E7B878B-8CCC-51A2-BCD4-4F4031A8CA8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226175"/>
            <a:ext cx="2743200" cy="365125"/>
          </a:xfrm>
        </p:spPr>
        <p:txBody>
          <a:bodyPr/>
          <a:lstStyle/>
          <a:p>
            <a:pPr rtl="0"/>
            <a:fld id="{FE024F78-56A6-7740-B68D-8D4D026EDF3F}" type="slidenum">
              <a:rPr lang="ru-RU" smtClean="0"/>
              <a:pPr rtl="0"/>
              <a:t>4</a:t>
            </a:fld>
            <a:endParaRPr lang="ru-R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A6E018-54FF-D3B4-A498-C89EADA58576}"/>
              </a:ext>
            </a:extLst>
          </p:cNvPr>
          <p:cNvSpPr txBox="1"/>
          <p:nvPr/>
        </p:nvSpPr>
        <p:spPr>
          <a:xfrm>
            <a:off x="1122783" y="266700"/>
            <a:ext cx="994643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800" dirty="0">
                <a:solidFill>
                  <a:schemeClr val="accent3">
                    <a:lumMod val="75000"/>
                  </a:schemeClr>
                </a:solidFill>
                <a:latin typeface="+mj-lt"/>
              </a:rPr>
              <a:t>Функциональные требования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5A73AE4-04B8-27BF-547D-FB67C2B157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350147" y="1401445"/>
            <a:ext cx="7491704" cy="4824730"/>
          </a:xfrm>
          <a:prstGeom prst="rect">
            <a:avLst/>
          </a:prstGeom>
          <a:noFill/>
          <a:ln>
            <a:noFill/>
          </a:ln>
          <a:effectLst>
            <a:innerShdw blurRad="114300">
              <a:prstClr val="black"/>
            </a:innerShdw>
          </a:effectLst>
        </p:spPr>
      </p:pic>
    </p:spTree>
    <p:extLst>
      <p:ext uri="{BB962C8B-B14F-4D97-AF65-F5344CB8AC3E}">
        <p14:creationId xmlns:p14="http://schemas.microsoft.com/office/powerpoint/2010/main" val="23506929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tx2"/>
            </a:gs>
            <a:gs pos="79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7D6EA54-3083-FB0D-9011-2353791B0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FE024F78-56A6-7740-B68D-8D4D026EDF3F}" type="slidenum">
              <a:rPr lang="ru-RU" smtClean="0"/>
              <a:pPr rtl="0"/>
              <a:t>5</a:t>
            </a:fld>
            <a:endParaRPr lang="ru-R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EC240D-D41C-2D69-CA63-3692CC53E54F}"/>
              </a:ext>
            </a:extLst>
          </p:cNvPr>
          <p:cNvSpPr txBox="1"/>
          <p:nvPr/>
        </p:nvSpPr>
        <p:spPr>
          <a:xfrm>
            <a:off x="69980" y="0"/>
            <a:ext cx="544907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800" dirty="0">
                <a:solidFill>
                  <a:schemeClr val="accent3">
                    <a:lumMod val="75000"/>
                  </a:schemeClr>
                </a:solidFill>
                <a:latin typeface="+mj-lt"/>
              </a:rPr>
              <a:t>Технологии разработки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7D0B92-79C8-6C59-D23B-80BAF024C794}"/>
              </a:ext>
            </a:extLst>
          </p:cNvPr>
          <p:cNvSpPr txBox="1"/>
          <p:nvPr/>
        </p:nvSpPr>
        <p:spPr>
          <a:xfrm>
            <a:off x="97972" y="1581108"/>
            <a:ext cx="592960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1" i="0" dirty="0">
                <a:solidFill>
                  <a:schemeClr val="accent3">
                    <a:lumMod val="75000"/>
                  </a:schemeClr>
                </a:solidFill>
                <a:effectLst/>
                <a:latin typeface="quote-cjk-patch"/>
              </a:rPr>
              <a:t>Клиентская часть:</a:t>
            </a:r>
            <a:endParaRPr lang="ru-RU" b="0" i="0" dirty="0">
              <a:solidFill>
                <a:schemeClr val="accent3">
                  <a:lumMod val="75000"/>
                </a:schemeClr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  <a:latin typeface="quote-cjk-patch"/>
              </a:rPr>
              <a:t>Kotlin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  <a:latin typeface="quote-cjk-patch"/>
              </a:rPr>
              <a:t>Android SDK (</a:t>
            </a:r>
            <a:r>
              <a:rPr lang="en-US" b="0" i="0" dirty="0" err="1">
                <a:solidFill>
                  <a:schemeClr val="bg1"/>
                </a:solidFill>
                <a:effectLst/>
                <a:latin typeface="quote-cjk-patch"/>
              </a:rPr>
              <a:t>minSdk</a:t>
            </a:r>
            <a:r>
              <a:rPr lang="en-US" b="0" i="0" dirty="0">
                <a:solidFill>
                  <a:schemeClr val="bg1"/>
                </a:solidFill>
                <a:effectLst/>
                <a:latin typeface="quote-cjk-patch"/>
              </a:rPr>
              <a:t> 24,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quote-cjk-patch"/>
              </a:rPr>
              <a:t>targetSdk</a:t>
            </a:r>
            <a:r>
              <a:rPr lang="en-US" b="0" i="0" dirty="0">
                <a:solidFill>
                  <a:schemeClr val="bg1"/>
                </a:solidFill>
                <a:effectLst/>
                <a:latin typeface="quote-cjk-patch"/>
              </a:rPr>
              <a:t> 34)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chemeClr val="bg1"/>
                </a:solidFill>
                <a:effectLst/>
                <a:latin typeface="quote-cjk-patch"/>
              </a:rPr>
              <a:t>Ktor</a:t>
            </a:r>
            <a:r>
              <a:rPr lang="en-US" b="0" i="0" dirty="0">
                <a:solidFill>
                  <a:schemeClr val="bg1"/>
                </a:solidFill>
                <a:effectLst/>
                <a:latin typeface="quote-cjk-patch"/>
              </a:rPr>
              <a:t> Client (CIO engine) – </a:t>
            </a:r>
            <a:r>
              <a:rPr lang="ru-RU" b="0" i="0" dirty="0">
                <a:solidFill>
                  <a:schemeClr val="bg1"/>
                </a:solidFill>
                <a:effectLst/>
                <a:latin typeface="quote-cjk-patch"/>
              </a:rPr>
              <a:t>все сетевые запросы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  <a:latin typeface="quote-cjk-patch"/>
              </a:rPr>
              <a:t>Material Design Components –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quote-cjk-patch"/>
              </a:rPr>
              <a:t>MaterialButton</a:t>
            </a:r>
            <a:r>
              <a:rPr lang="en-US" b="0" i="0" dirty="0">
                <a:solidFill>
                  <a:schemeClr val="bg1"/>
                </a:solidFill>
                <a:effectLst/>
                <a:latin typeface="quote-cjk-patch"/>
              </a:rPr>
              <a:t>,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quote-cjk-patch"/>
              </a:rPr>
              <a:t>ChipGroup</a:t>
            </a:r>
            <a:r>
              <a:rPr lang="en-US" b="0" i="0" dirty="0">
                <a:solidFill>
                  <a:schemeClr val="bg1"/>
                </a:solidFill>
                <a:effectLst/>
                <a:latin typeface="quote-cjk-patch"/>
              </a:rPr>
              <a:t>,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quote-cjk-patch"/>
              </a:rPr>
              <a:t>CardView</a:t>
            </a:r>
            <a:endParaRPr lang="en-US" b="0" i="0" dirty="0">
              <a:solidFill>
                <a:schemeClr val="bg1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  <a:latin typeface="quote-cjk-patch"/>
              </a:rPr>
              <a:t>Glide – </a:t>
            </a:r>
            <a:r>
              <a:rPr lang="ru-RU" b="0" i="0" dirty="0">
                <a:solidFill>
                  <a:schemeClr val="bg1"/>
                </a:solidFill>
                <a:effectLst/>
                <a:latin typeface="quote-cjk-patch"/>
              </a:rPr>
              <a:t>загрузка фоновых изображений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  <a:latin typeface="quote-cjk-patch"/>
              </a:rPr>
              <a:t>Coroutines (</a:t>
            </a:r>
            <a:r>
              <a:rPr lang="en-US" b="0" i="0" dirty="0" err="1">
                <a:solidFill>
                  <a:schemeClr val="bg1"/>
                </a:solidFill>
                <a:effectLst/>
                <a:latin typeface="quote-cjk-patch"/>
              </a:rPr>
              <a:t>lifecycleScope</a:t>
            </a:r>
            <a:r>
              <a:rPr lang="en-US" b="0" i="0" dirty="0">
                <a:solidFill>
                  <a:schemeClr val="bg1"/>
                </a:solidFill>
                <a:effectLst/>
                <a:latin typeface="quote-cjk-patch"/>
              </a:rPr>
              <a:t>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chemeClr val="bg1"/>
                </a:solidFill>
                <a:effectLst/>
                <a:latin typeface="quote-cjk-patch"/>
              </a:rPr>
              <a:t>SharedPreferences</a:t>
            </a:r>
            <a:r>
              <a:rPr lang="en-US" b="0" i="0" dirty="0">
                <a:solidFill>
                  <a:schemeClr val="bg1"/>
                </a:solidFill>
                <a:effectLst/>
                <a:latin typeface="quote-cjk-patch"/>
              </a:rPr>
              <a:t> – </a:t>
            </a:r>
            <a:r>
              <a:rPr lang="ru-RU" b="0" i="0" dirty="0">
                <a:solidFill>
                  <a:schemeClr val="bg1"/>
                </a:solidFill>
                <a:effectLst/>
                <a:latin typeface="quote-cjk-patch"/>
              </a:rPr>
              <a:t>хранение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quote-cjk-patch"/>
              </a:rPr>
              <a:t>userId</a:t>
            </a:r>
            <a:r>
              <a:rPr lang="en-US" b="0" i="0" dirty="0">
                <a:solidFill>
                  <a:schemeClr val="bg1"/>
                </a:solidFill>
                <a:effectLst/>
                <a:latin typeface="quote-cjk-patch"/>
              </a:rPr>
              <a:t>, </a:t>
            </a:r>
            <a:r>
              <a:rPr lang="ru-RU" b="0" i="0" dirty="0">
                <a:solidFill>
                  <a:schemeClr val="bg1"/>
                </a:solidFill>
                <a:effectLst/>
                <a:latin typeface="quote-cjk-patch"/>
              </a:rPr>
              <a:t>локального кэша счёта, истории поиска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CEB0E29-B9E1-8E1A-A55E-D67AFA62AB33}"/>
              </a:ext>
            </a:extLst>
          </p:cNvPr>
          <p:cNvSpPr txBox="1"/>
          <p:nvPr/>
        </p:nvSpPr>
        <p:spPr>
          <a:xfrm>
            <a:off x="92740" y="4454878"/>
            <a:ext cx="620485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 err="1">
                <a:solidFill>
                  <a:schemeClr val="accent3">
                    <a:lumMod val="75000"/>
                  </a:schemeClr>
                </a:solidFill>
                <a:effectLst/>
                <a:latin typeface="quote-cjk-patch"/>
              </a:rPr>
              <a:t>Серверная</a:t>
            </a:r>
            <a:r>
              <a:rPr lang="en-US" b="1" i="0" dirty="0">
                <a:solidFill>
                  <a:schemeClr val="accent3">
                    <a:lumMod val="75000"/>
                  </a:schemeClr>
                </a:solidFill>
                <a:effectLst/>
                <a:latin typeface="quote-cjk-patch"/>
              </a:rPr>
              <a:t> </a:t>
            </a:r>
            <a:r>
              <a:rPr lang="en-US" b="1" i="0" dirty="0" err="1">
                <a:solidFill>
                  <a:schemeClr val="accent3">
                    <a:lumMod val="75000"/>
                  </a:schemeClr>
                </a:solidFill>
                <a:effectLst/>
                <a:latin typeface="quote-cjk-patch"/>
              </a:rPr>
              <a:t>часть</a:t>
            </a:r>
            <a:r>
              <a:rPr lang="en-US" b="1" i="0" dirty="0">
                <a:solidFill>
                  <a:schemeClr val="accent3">
                    <a:lumMod val="75000"/>
                  </a:schemeClr>
                </a:solidFill>
                <a:effectLst/>
                <a:latin typeface="quote-cjk-patch"/>
              </a:rPr>
              <a:t>:</a:t>
            </a:r>
            <a:endParaRPr lang="en-US" b="0" i="0" dirty="0">
              <a:solidFill>
                <a:schemeClr val="accent3">
                  <a:lumMod val="75000"/>
                </a:schemeClr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  <a:latin typeface="quote-cjk-patch"/>
              </a:rPr>
              <a:t>Kotlin +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quote-cjk-patch"/>
              </a:rPr>
              <a:t>Ktor</a:t>
            </a:r>
            <a:endParaRPr lang="en-US" b="0" i="0" dirty="0">
              <a:solidFill>
                <a:schemeClr val="bg1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  <a:latin typeface="quote-cjk-patch"/>
              </a:rPr>
              <a:t>Exposed ORM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  <a:latin typeface="quote-cjk-patch"/>
              </a:rPr>
              <a:t>SQLite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chemeClr val="bg1"/>
                </a:solidFill>
                <a:effectLst/>
                <a:latin typeface="quote-cjk-patch"/>
              </a:rPr>
              <a:t>Logback</a:t>
            </a:r>
            <a:endParaRPr lang="en-US" b="0" i="0" dirty="0">
              <a:solidFill>
                <a:schemeClr val="bg1"/>
              </a:solidFill>
              <a:effectLst/>
              <a:latin typeface="quote-cjk-patch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8BC66F-FB86-8269-B6D9-5AF4B5551A10}"/>
              </a:ext>
            </a:extLst>
          </p:cNvPr>
          <p:cNvSpPr txBox="1"/>
          <p:nvPr/>
        </p:nvSpPr>
        <p:spPr>
          <a:xfrm>
            <a:off x="92740" y="6039428"/>
            <a:ext cx="62048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dirty="0">
                <a:solidFill>
                  <a:schemeClr val="accent3">
                    <a:lumMod val="75000"/>
                  </a:schemeClr>
                </a:solidFill>
                <a:effectLst/>
                <a:latin typeface="quote-cjk-patch"/>
              </a:rPr>
              <a:t>Среда разработки:</a:t>
            </a:r>
            <a:r>
              <a:rPr lang="ru-RU" b="0" i="0" dirty="0">
                <a:solidFill>
                  <a:schemeClr val="accent3">
                    <a:lumMod val="75000"/>
                  </a:schemeClr>
                </a:solidFill>
                <a:effectLst/>
                <a:latin typeface="quote-cjk-patch"/>
              </a:rPr>
              <a:t> </a:t>
            </a:r>
            <a:r>
              <a:rPr lang="en-US" b="0" i="0" dirty="0">
                <a:solidFill>
                  <a:schemeClr val="bg1"/>
                </a:solidFill>
                <a:effectLst/>
                <a:latin typeface="quote-cjk-patch"/>
              </a:rPr>
              <a:t>Android Studio</a:t>
            </a:r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5B9FF510-CEBF-44DD-990B-38D44C65CE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5084" y="266677"/>
            <a:ext cx="2808312" cy="624006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379DB117-EBF5-342C-0055-203C0DF01C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3408" y="5342689"/>
            <a:ext cx="3071664" cy="1535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1449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8B466EB-3E6D-DF10-F2E0-E24DDD45DC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226175"/>
            <a:ext cx="2743200" cy="365125"/>
          </a:xfrm>
        </p:spPr>
        <p:txBody>
          <a:bodyPr/>
          <a:lstStyle/>
          <a:p>
            <a:pPr rtl="0"/>
            <a:fld id="{FE024F78-56A6-7740-B68D-8D4D026EDF3F}" type="slidenum">
              <a:rPr lang="ru-RU" smtClean="0"/>
              <a:pPr rtl="0"/>
              <a:t>6</a:t>
            </a:fld>
            <a:endParaRPr lang="ru-R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D683FE-4DAA-D279-0F72-6B3FDB1B72DB}"/>
              </a:ext>
            </a:extLst>
          </p:cNvPr>
          <p:cNvSpPr txBox="1"/>
          <p:nvPr/>
        </p:nvSpPr>
        <p:spPr>
          <a:xfrm>
            <a:off x="323461" y="631825"/>
            <a:ext cx="5397759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44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+mj-lt"/>
              </a:rPr>
              <a:t>Основные моменты архитектуры:</a:t>
            </a:r>
            <a:endParaRPr kumimoji="0" lang="ru-RU" altLang="ru-RU" sz="2800" b="0" i="0" u="none" strike="noStrike" cap="none" normalizeH="0" baseline="0" dirty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quote-cjk-patch"/>
              </a:rPr>
              <a:t>Монолитная структура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quote-cjk-patch"/>
              </a:rPr>
              <a:t> (один модуль 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Menlo"/>
              </a:rPr>
              <a:t>app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quote-cjk-patch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quote-cjk-patch"/>
              </a:rPr>
              <a:t>Слои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quote-cjk-patch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quote-cjk-patch"/>
              </a:rPr>
              <a:t>Presentation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quote-cjk-patch"/>
              </a:rPr>
              <a:t>: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quote-cjk-patch"/>
              </a:rPr>
              <a:t>Activities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quote-cjk-patch"/>
              </a:rPr>
              <a:t> +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quote-cjk-patch"/>
              </a:rPr>
              <a:t>Adapter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quote-cjk-patch"/>
              </a:rPr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quote-cjk-patch"/>
              </a:rPr>
              <a:t>Domain: модель 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enlo"/>
              </a:rPr>
              <a:t>Player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quote-cjk-patch"/>
              </a:rPr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quote-cjk-patch"/>
              </a:rPr>
              <a:t>Data: сетевой слой (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quote-cjk-patch"/>
              </a:rPr>
              <a:t>Ktor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quote-cjk-patch"/>
              </a:rPr>
              <a:t> Client) и локальное хранилище (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quote-cjk-patch"/>
              </a:rPr>
              <a:t>SharedPreferences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quote-cjk-patch"/>
              </a:rPr>
              <a:t>, кэш счёта, история поиска).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quote-cjk-patch"/>
              </a:rPr>
              <a:t>External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quote-cjk-patch"/>
              </a:rPr>
              <a:t>: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quote-cjk-patch"/>
              </a:rPr>
              <a:t>Ktor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quote-cjk-patch"/>
              </a:rPr>
              <a:t> Server.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quote-cjk-patch"/>
              </a:rPr>
              <a:t>Взаимодействие через </a:t>
            </a:r>
            <a:r>
              <a:rPr kumimoji="0" lang="ru-RU" altLang="ru-RU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quote-cjk-patch"/>
              </a:rPr>
              <a:t>корутины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quote-cjk-patch"/>
              </a:rPr>
              <a:t>: все сетевые вызовы асинхронны (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Menlo"/>
              </a:rPr>
              <a:t>lifecycleScope.launch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quote-cjk-patch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quote-cjk-patch"/>
              </a:rPr>
              <a:t>Ручной </a:t>
            </a:r>
            <a:r>
              <a:rPr kumimoji="0" lang="ru-RU" altLang="ru-RU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quote-cjk-patch"/>
              </a:rPr>
              <a:t>парсинг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quote-cjk-patch"/>
              </a:rPr>
              <a:t> JSON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quote-cjk-patch"/>
              </a:rPr>
              <a:t> (без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quote-cjk-patch"/>
              </a:rPr>
              <a:t>сериализации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quote-cjk-patch"/>
              </a:rPr>
              <a:t>) для простоты и надёжности.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E84C8391-7994-96C0-1410-1597E96794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2038" y="951722"/>
            <a:ext cx="6543782" cy="51277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5023346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882BACC0-5123-D453-B19D-7181C2C3CD26}"/>
              </a:ext>
            </a:extLst>
          </p:cNvPr>
          <p:cNvSpPr txBox="1"/>
          <p:nvPr/>
        </p:nvSpPr>
        <p:spPr>
          <a:xfrm>
            <a:off x="1827245" y="328517"/>
            <a:ext cx="853751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800" dirty="0">
                <a:solidFill>
                  <a:schemeClr val="accent3">
                    <a:lumMod val="75000"/>
                  </a:schemeClr>
                </a:solidFill>
                <a:latin typeface="+mj-lt"/>
              </a:rPr>
              <a:t>Модель хранения данных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66EB51E5-1AEB-B7BA-B8F6-88332137BC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0703" y="2147880"/>
            <a:ext cx="9410593" cy="319856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5040314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7429648-FEB9-AB33-24CF-D0F930042A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985" y="906468"/>
            <a:ext cx="10486029" cy="5418290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4597894-6B99-D852-0887-9DF019AA4DA4}"/>
              </a:ext>
            </a:extLst>
          </p:cNvPr>
          <p:cNvSpPr txBox="1"/>
          <p:nvPr/>
        </p:nvSpPr>
        <p:spPr>
          <a:xfrm>
            <a:off x="3202343" y="198582"/>
            <a:ext cx="578731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dirty="0">
                <a:solidFill>
                  <a:schemeClr val="accent3">
                    <a:lumMod val="75000"/>
                  </a:schemeClr>
                </a:solidFill>
                <a:latin typeface="+mj-lt"/>
              </a:rPr>
              <a:t>Экраны приложения</a:t>
            </a:r>
          </a:p>
        </p:txBody>
      </p:sp>
    </p:spTree>
    <p:extLst>
      <p:ext uri="{BB962C8B-B14F-4D97-AF65-F5344CB8AC3E}">
        <p14:creationId xmlns:p14="http://schemas.microsoft.com/office/powerpoint/2010/main" val="27404629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ABEBA8E-751F-B4F9-5476-155736B7F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189706"/>
            <a:ext cx="2743200" cy="365125"/>
          </a:xfrm>
        </p:spPr>
        <p:txBody>
          <a:bodyPr/>
          <a:lstStyle/>
          <a:p>
            <a:pPr rtl="0"/>
            <a:fld id="{FE024F78-56A6-7740-B68D-8D4D026EDF3F}" type="slidenum">
              <a:rPr lang="ru-RU" smtClean="0"/>
              <a:pPr rtl="0"/>
              <a:t>9</a:t>
            </a:fld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EBE09E-05BC-628A-C573-576626D1C457}"/>
              </a:ext>
            </a:extLst>
          </p:cNvPr>
          <p:cNvSpPr txBox="1"/>
          <p:nvPr/>
        </p:nvSpPr>
        <p:spPr>
          <a:xfrm>
            <a:off x="331772" y="623396"/>
            <a:ext cx="418944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800" dirty="0">
                <a:solidFill>
                  <a:schemeClr val="accent3">
                    <a:lumMod val="75000"/>
                  </a:schemeClr>
                </a:solidFill>
                <a:latin typeface="+mj-lt"/>
              </a:rPr>
              <a:t>Заключение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7B8AE0-F722-EE7E-5901-4F9221D56D82}"/>
              </a:ext>
            </a:extLst>
          </p:cNvPr>
          <p:cNvSpPr txBox="1"/>
          <p:nvPr/>
        </p:nvSpPr>
        <p:spPr>
          <a:xfrm>
            <a:off x="371475" y="1323116"/>
            <a:ext cx="560944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bg1"/>
                </a:solidFill>
                <a:effectLst/>
                <a:latin typeface="quote-cjk-patch"/>
              </a:rPr>
              <a:t>В ходе выполнения курсовой работы было спроектировано и разработано полностью функционирующее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quote-cjk-patch"/>
              </a:rPr>
              <a:t>кликер</a:t>
            </a:r>
            <a:r>
              <a:rPr lang="ru-RU" b="0" i="0" dirty="0">
                <a:solidFill>
                  <a:schemeClr val="bg1"/>
                </a:solidFill>
                <a:effectLst/>
                <a:latin typeface="quote-cjk-patch"/>
              </a:rPr>
              <a:t>-приложение с социальной составляющей (общий рейтинг). Реализованы регистрация, аутентификация, сохранение прогресса на сервере, поиск игроков, история запросов. Серверная часть на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quote-cjk-patch"/>
              </a:rPr>
              <a:t>Ktor</a:t>
            </a:r>
            <a:r>
              <a:rPr lang="ru-RU" b="0" i="0" dirty="0">
                <a:solidFill>
                  <a:schemeClr val="bg1"/>
                </a:solidFill>
                <a:effectLst/>
                <a:latin typeface="quote-cjk-patch"/>
              </a:rPr>
              <a:t> +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quote-cjk-patch"/>
              </a:rPr>
              <a:t>Exposed</a:t>
            </a:r>
            <a:r>
              <a:rPr lang="ru-RU" b="0" i="0" dirty="0">
                <a:solidFill>
                  <a:schemeClr val="bg1"/>
                </a:solidFill>
                <a:effectLst/>
                <a:latin typeface="quote-cjk-patch"/>
              </a:rPr>
              <a:t> +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quote-cjk-patch"/>
              </a:rPr>
              <a:t>SQLite</a:t>
            </a:r>
            <a:r>
              <a:rPr lang="ru-RU" b="0" i="0" dirty="0">
                <a:solidFill>
                  <a:schemeClr val="bg1"/>
                </a:solidFill>
                <a:effectLst/>
                <a:latin typeface="quote-cjk-patch"/>
              </a:rPr>
              <a:t> обеспечивает масштабируемость. Клиентское приложение интуитивно понятно, поддерживает офлайн-кэш счёта.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FFE0CEA-CDE7-AD18-D485-7D792C2F63DF}"/>
              </a:ext>
            </a:extLst>
          </p:cNvPr>
          <p:cNvSpPr txBox="1"/>
          <p:nvPr/>
        </p:nvSpPr>
        <p:spPr>
          <a:xfrm>
            <a:off x="331772" y="4250752"/>
            <a:ext cx="61022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800" dirty="0">
                <a:solidFill>
                  <a:schemeClr val="accent3">
                    <a:lumMod val="75000"/>
                  </a:schemeClr>
                </a:solidFill>
                <a:latin typeface="+mj-lt"/>
              </a:rPr>
              <a:t>Планы развития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D4B42E-A27B-1675-9BAA-E4C61CE1C984}"/>
              </a:ext>
            </a:extLst>
          </p:cNvPr>
          <p:cNvSpPr txBox="1"/>
          <p:nvPr/>
        </p:nvSpPr>
        <p:spPr>
          <a:xfrm>
            <a:off x="371475" y="4997126"/>
            <a:ext cx="610222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bg1"/>
                </a:solidFill>
                <a:effectLst/>
                <a:latin typeface="quote-cjk-patch"/>
              </a:rPr>
              <a:t>Добавить анимацию при клике (увеличение/тряска картинки).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bg1"/>
                </a:solidFill>
                <a:effectLst/>
                <a:latin typeface="quote-cjk-patch"/>
              </a:rPr>
              <a:t>Реализовать смену аватаров и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quote-cjk-patch"/>
              </a:rPr>
              <a:t>кастомные</a:t>
            </a:r>
            <a:r>
              <a:rPr lang="ru-RU" b="0" i="0" dirty="0">
                <a:solidFill>
                  <a:schemeClr val="bg1"/>
                </a:solidFill>
                <a:effectLst/>
                <a:latin typeface="quote-cjk-patch"/>
              </a:rPr>
              <a:t> иконки кликов.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bg1"/>
                </a:solidFill>
                <a:effectLst/>
                <a:latin typeface="quote-cjk-patch"/>
              </a:rPr>
              <a:t>Ввести ежедневные бонусы и достижения.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bg1"/>
                </a:solidFill>
                <a:effectLst/>
                <a:latin typeface="quote-cjk-patch"/>
              </a:rPr>
              <a:t>Добавить уведомления о рекордах друзей.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4790D6E-6A77-A6C9-E5AC-6EC5DDB9FB00}"/>
              </a:ext>
            </a:extLst>
          </p:cNvPr>
          <p:cNvSpPr txBox="1"/>
          <p:nvPr/>
        </p:nvSpPr>
        <p:spPr>
          <a:xfrm>
            <a:off x="7254552" y="623396"/>
            <a:ext cx="486591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800" dirty="0">
                <a:solidFill>
                  <a:schemeClr val="accent3">
                    <a:lumMod val="75000"/>
                  </a:schemeClr>
                </a:solidFill>
                <a:latin typeface="+mj-lt"/>
              </a:rPr>
              <a:t>Исходный код</a:t>
            </a:r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01D1AC35-ABAC-619A-082A-7AD80F935693}"/>
              </a:ext>
            </a:extLst>
          </p:cNvPr>
          <p:cNvSpPr/>
          <p:nvPr/>
        </p:nvSpPr>
        <p:spPr>
          <a:xfrm>
            <a:off x="7489454" y="1958763"/>
            <a:ext cx="3402644" cy="830424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381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32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Перейти</a:t>
            </a:r>
            <a:endParaRPr lang="ru-RU" sz="3200" dirty="0">
              <a:solidFill>
                <a:schemeClr val="tx1"/>
              </a:solidFill>
            </a:endParaRPr>
          </a:p>
        </p:txBody>
      </p:sp>
      <p:sp>
        <p:nvSpPr>
          <p:cNvPr id="20" name="Овал 19">
            <a:extLst>
              <a:ext uri="{FF2B5EF4-FFF2-40B4-BE49-F238E27FC236}">
                <a16:creationId xmlns:a16="http://schemas.microsoft.com/office/drawing/2014/main" id="{8ECBAEFB-75A0-16B6-7CEC-F68DB0614202}"/>
              </a:ext>
            </a:extLst>
          </p:cNvPr>
          <p:cNvSpPr/>
          <p:nvPr/>
        </p:nvSpPr>
        <p:spPr>
          <a:xfrm>
            <a:off x="7489454" y="3701136"/>
            <a:ext cx="3402644" cy="830424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381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3200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Перейти</a:t>
            </a:r>
            <a:endParaRPr lang="ru-RU" sz="3200" dirty="0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78329C7-BAF5-EF1D-0F53-184CA28D30A2}"/>
              </a:ext>
            </a:extLst>
          </p:cNvPr>
          <p:cNvSpPr txBox="1"/>
          <p:nvPr/>
        </p:nvSpPr>
        <p:spPr>
          <a:xfrm>
            <a:off x="7311496" y="1335654"/>
            <a:ext cx="396399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solidFill>
                  <a:schemeClr val="accent3">
                    <a:lumMod val="75000"/>
                  </a:schemeClr>
                </a:solidFill>
                <a:latin typeface="+mj-lt"/>
              </a:rPr>
              <a:t>Клиентская часть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05D6E54-0368-FD0D-B869-AB607E76A95C}"/>
              </a:ext>
            </a:extLst>
          </p:cNvPr>
          <p:cNvSpPr txBox="1"/>
          <p:nvPr/>
        </p:nvSpPr>
        <p:spPr>
          <a:xfrm>
            <a:off x="7366418" y="3073720"/>
            <a:ext cx="37402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solidFill>
                  <a:schemeClr val="accent3">
                    <a:lumMod val="75000"/>
                  </a:schemeClr>
                </a:solidFill>
                <a:latin typeface="+mj-lt"/>
              </a:rPr>
              <a:t>Серверная часть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90882C1-DDFB-CCFD-7E6B-B389BB627EAE}"/>
              </a:ext>
            </a:extLst>
          </p:cNvPr>
          <p:cNvSpPr txBox="1"/>
          <p:nvPr/>
        </p:nvSpPr>
        <p:spPr>
          <a:xfrm>
            <a:off x="8001001" y="4839587"/>
            <a:ext cx="37402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solidFill>
                  <a:schemeClr val="accent3">
                    <a:lumMod val="75000"/>
                  </a:schemeClr>
                </a:solidFill>
                <a:latin typeface="+mj-lt"/>
              </a:rPr>
              <a:t>Демо видео</a:t>
            </a:r>
          </a:p>
        </p:txBody>
      </p:sp>
      <p:sp>
        <p:nvSpPr>
          <p:cNvPr id="27" name="Овал 26">
            <a:extLst>
              <a:ext uri="{FF2B5EF4-FFF2-40B4-BE49-F238E27FC236}">
                <a16:creationId xmlns:a16="http://schemas.microsoft.com/office/drawing/2014/main" id="{BA027950-DBF0-3E7D-FDE7-1D5159A316B0}"/>
              </a:ext>
            </a:extLst>
          </p:cNvPr>
          <p:cNvSpPr/>
          <p:nvPr/>
        </p:nvSpPr>
        <p:spPr>
          <a:xfrm>
            <a:off x="7592172" y="5462869"/>
            <a:ext cx="3402644" cy="830424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381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3200" dirty="0">
                <a:solidFill>
                  <a:schemeClr val="tx1"/>
                </a:solidFill>
              </a:rPr>
              <a:t>Посмотреть</a:t>
            </a:r>
          </a:p>
        </p:txBody>
      </p:sp>
    </p:spTree>
    <p:extLst>
      <p:ext uri="{BB962C8B-B14F-4D97-AF65-F5344CB8AC3E}">
        <p14:creationId xmlns:p14="http://schemas.microsoft.com/office/powerpoint/2010/main" val="35879661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42EC64F8-C402-7ACD-2EA7-2DA893B4F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50032"/>
            <a:ext cx="12191998" cy="3215641"/>
          </a:xfrm>
        </p:spPr>
        <p:txBody>
          <a:bodyPr/>
          <a:lstStyle/>
          <a:p>
            <a:r>
              <a:rPr lang="ru-RU" dirty="0"/>
              <a:t>Спасибо за внимание!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22BEBAE-5F33-4B9F-3EB1-39161A9BAA3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226175"/>
            <a:ext cx="2743200" cy="365125"/>
          </a:xfrm>
        </p:spPr>
        <p:txBody>
          <a:bodyPr/>
          <a:lstStyle/>
          <a:p>
            <a:pPr rtl="0"/>
            <a:fld id="{FE024F78-56A6-7740-B68D-8D4D026EDF3F}" type="slidenum">
              <a:rPr lang="ru-RU" smtClean="0"/>
              <a:pPr rtl="0"/>
              <a:t>10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817678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Пользовательская">
  <a:themeElements>
    <a:clrScheme name="Custom 17">
      <a:dk1>
        <a:srgbClr val="000000"/>
      </a:dk1>
      <a:lt1>
        <a:srgbClr val="FFFFFF"/>
      </a:lt1>
      <a:dk2>
        <a:srgbClr val="FC4EFB"/>
      </a:dk2>
      <a:lt2>
        <a:srgbClr val="E7E6E6"/>
      </a:lt2>
      <a:accent1>
        <a:srgbClr val="FAF24C"/>
      </a:accent1>
      <a:accent2>
        <a:srgbClr val="5EFCAC"/>
      </a:accent2>
      <a:accent3>
        <a:srgbClr val="73EBF9"/>
      </a:accent3>
      <a:accent4>
        <a:srgbClr val="316CFC"/>
      </a:accent4>
      <a:accent5>
        <a:srgbClr val="B059FD"/>
      </a:accent5>
      <a:accent6>
        <a:srgbClr val="9405FC"/>
      </a:accent6>
      <a:hlink>
        <a:srgbClr val="FFFFFF"/>
      </a:hlink>
      <a:folHlink>
        <a:srgbClr val="FFFFFF"/>
      </a:folHlink>
    </a:clrScheme>
    <a:fontScheme name="Custom 15">
      <a:majorFont>
        <a:latin typeface="Biome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949608_TF11936837_Win32.potx" id="{B72F49F3-09E2-4865-8A2A-AA9B2A757565}" vid="{A5849C83-848C-4432-B41C-6248F8F45B64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4137456-21FC-4AE2-8A94-BF06CAF2EB9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305301E-11B3-4B9D-A588-21F3C9809371}">
  <ds:schemaRefs>
    <ds:schemaRef ds:uri="http://purl.org/dc/terms/"/>
    <ds:schemaRef ds:uri="http://purl.org/dc/elements/1.1/"/>
    <ds:schemaRef ds:uri="http://www.w3.org/XML/1998/namespace"/>
    <ds:schemaRef ds:uri="http://purl.org/dc/dcmitype/"/>
    <ds:schemaRef ds:uri="http://schemas.microsoft.com/office/2006/documentManagement/types"/>
    <ds:schemaRef ds:uri="71af3243-3dd4-4a8d-8c0d-dd76da1f02a5"/>
    <ds:schemaRef ds:uri="16c05727-aa75-4e4a-9b5f-8a80a1165891"/>
    <ds:schemaRef ds:uri="http://schemas.microsoft.com/office/infopath/2007/PartnerControls"/>
    <ds:schemaRef ds:uri="http://schemas.openxmlformats.org/package/2006/metadata/core-properties"/>
    <ds:schemaRef ds:uri="230e9df3-be65-4c73-a93b-d1236ebd677e"/>
    <ds:schemaRef ds:uri="http://schemas.microsoft.com/sharepoint/v3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C77B561B-3A65-4A22-9691-EB838E7F9B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Презентация для результатов научных исследований</Template>
  <TotalTime>151</TotalTime>
  <Words>515</Words>
  <Application>Microsoft Office PowerPoint</Application>
  <PresentationFormat>Широкоэкранный</PresentationFormat>
  <Paragraphs>123</Paragraphs>
  <Slides>10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8" baseType="lpstr">
      <vt:lpstr>Arial</vt:lpstr>
      <vt:lpstr>Arial Nova</vt:lpstr>
      <vt:lpstr>Biome</vt:lpstr>
      <vt:lpstr>Calibri</vt:lpstr>
      <vt:lpstr>Menlo</vt:lpstr>
      <vt:lpstr>quote-cjk-patch</vt:lpstr>
      <vt:lpstr>Times New Roman</vt:lpstr>
      <vt:lpstr>Пользовательская</vt:lpstr>
      <vt:lpstr>Курсовая работа</vt:lpstr>
      <vt:lpstr>Введение и актуальность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Курсовая работа</dc:title>
  <dc:creator>Игнат Некрасов</dc:creator>
  <cp:lastModifiedBy>Игнат Некрасов</cp:lastModifiedBy>
  <cp:revision>2</cp:revision>
  <dcterms:created xsi:type="dcterms:W3CDTF">2026-06-08T10:39:49Z</dcterms:created>
  <dcterms:modified xsi:type="dcterms:W3CDTF">2026-06-08T13:11:45Z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